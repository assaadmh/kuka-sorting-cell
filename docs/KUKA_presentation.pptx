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Calibri (MS)" charset="1" panose="020F0502020204030204"/>
      <p:regular r:id="rId22"/>
    </p:embeddedFont>
    <p:embeddedFont>
      <p:font typeface="Calibri (MS) Bold" charset="1" panose="020F0702030404030204"/>
      <p:regular r:id="rId23"/>
    </p:embeddedFont>
    <p:embeddedFont>
      <p:font typeface="Calibri (MS) Italics" charset="1" panose="020F05020202040A0204"/>
      <p:regular r:id="rId30"/>
    </p:embeddedFont>
    <p:embeddedFont>
      <p:font typeface="Consolas" charset="1" panose="020B06090202040302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8.xml" Type="http://schemas.openxmlformats.org/officeDocument/2006/relationships/notesSlide"/><Relationship Id="rId32" Target="fonts/font32.fntdata" Type="http://schemas.openxmlformats.org/officeDocument/2006/relationships/font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2821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472821">
                  <a:moveTo>
                    <a:pt x="0" y="0"/>
                  </a:moveTo>
                  <a:lnTo>
                    <a:pt x="472821" y="0"/>
                  </a:lnTo>
                  <a:lnTo>
                    <a:pt x="472821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2E75B6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16487" y="-12697"/>
            <a:ext cx="17984219" cy="135131"/>
            <a:chOff x="0" y="0"/>
            <a:chExt cx="23978959" cy="1801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978997" cy="180213"/>
            </a:xfrm>
            <a:custGeom>
              <a:avLst/>
              <a:gdLst/>
              <a:ahLst/>
              <a:cxnLst/>
              <a:rect r="r" b="b" t="t" l="l"/>
              <a:pathLst>
                <a:path h="180213" w="23978997">
                  <a:moveTo>
                    <a:pt x="0" y="0"/>
                  </a:moveTo>
                  <a:lnTo>
                    <a:pt x="23978997" y="0"/>
                  </a:lnTo>
                  <a:lnTo>
                    <a:pt x="23978997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C55A11"/>
            </a:solidFill>
            <a:ln w="25400" cap="sq">
              <a:solidFill>
                <a:srgbClr val="C55A11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005840" y="965835"/>
            <a:ext cx="15910560" cy="401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D6E4F0"/>
                </a:solidFill>
                <a:latin typeface="Calibri (MS)"/>
                <a:ea typeface="Calibri (MS)"/>
                <a:cs typeface="Calibri (MS)"/>
                <a:sym typeface="Calibri (MS)"/>
              </a:rPr>
              <a:t>Conception et Réalisation d'un</a:t>
            </a:r>
          </a:p>
          <a:p>
            <a:pPr algn="l">
              <a:lnSpc>
                <a:spcPts val="9600"/>
              </a:lnSpc>
            </a:pPr>
            <a:r>
              <a:rPr lang="en-US" sz="8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Système Automatisé de Tri</a:t>
            </a:r>
          </a:p>
          <a:p>
            <a:pPr algn="l">
              <a:lnSpc>
                <a:spcPts val="9600"/>
              </a:lnSpc>
            </a:pPr>
            <a:r>
              <a:rPr lang="en-US" sz="8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 Robot Industriel KUKA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01703" y="5199383"/>
            <a:ext cx="10083803" cy="1945643"/>
            <a:chOff x="0" y="0"/>
            <a:chExt cx="13445071" cy="25941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445110" cy="2594229"/>
            </a:xfrm>
            <a:custGeom>
              <a:avLst/>
              <a:gdLst/>
              <a:ahLst/>
              <a:cxnLst/>
              <a:rect r="r" b="b" t="t" l="l"/>
              <a:pathLst>
                <a:path h="2594229" w="13445110">
                  <a:moveTo>
                    <a:pt x="0" y="0"/>
                  </a:moveTo>
                  <a:lnTo>
                    <a:pt x="13445110" y="0"/>
                  </a:lnTo>
                  <a:lnTo>
                    <a:pt x="134451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2E75B6">
                <a:alpha val="63922"/>
              </a:srgbClr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05840" y="5266944"/>
            <a:ext cx="9875520" cy="1792224"/>
            <a:chOff x="0" y="0"/>
            <a:chExt cx="13167360" cy="23896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167361" cy="2389632"/>
            </a:xfrm>
            <a:custGeom>
              <a:avLst/>
              <a:gdLst/>
              <a:ahLst/>
              <a:cxnLst/>
              <a:rect r="r" b="b" t="t" l="l"/>
              <a:pathLst>
                <a:path h="2389632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2389632"/>
                  </a:lnTo>
                  <a:lnTo>
                    <a:pt x="0" y="23896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66" r="0" b="-5736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3167360" cy="24563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Commande par API Siemens S7-1200</a:t>
              </a: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Programmation en Langage Ladder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01703" y="7576823"/>
            <a:ext cx="10083803" cy="1579883"/>
            <a:chOff x="0" y="0"/>
            <a:chExt cx="13445071" cy="21065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445110" cy="2106549"/>
            </a:xfrm>
            <a:custGeom>
              <a:avLst/>
              <a:gdLst/>
              <a:ahLst/>
              <a:cxnLst/>
              <a:rect r="r" b="b" t="t" l="l"/>
              <a:pathLst>
                <a:path h="2106549" w="13445110">
                  <a:moveTo>
                    <a:pt x="0" y="0"/>
                  </a:moveTo>
                  <a:lnTo>
                    <a:pt x="13445110" y="0"/>
                  </a:lnTo>
                  <a:lnTo>
                    <a:pt x="13445110" y="2106549"/>
                  </a:lnTo>
                  <a:lnTo>
                    <a:pt x="0" y="210654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D6E4F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05840" y="7644384"/>
            <a:ext cx="9875520" cy="1426464"/>
            <a:chOff x="0" y="0"/>
            <a:chExt cx="13167360" cy="19019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167361" cy="1901952"/>
            </a:xfrm>
            <a:custGeom>
              <a:avLst/>
              <a:gdLst/>
              <a:ahLst/>
              <a:cxnLst/>
              <a:rect r="r" b="b" t="t" l="l"/>
              <a:pathLst>
                <a:path h="1901952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896" r="0" b="-8489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3167360" cy="1949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Mahmoudi Assaad  </a:t>
              </a:r>
              <a:r>
                <a:rPr lang="en-US" sz="2499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</a:t>
              </a:r>
              <a:r>
                <a:rPr lang="en-US" sz="2499" b="true">
                  <a:solidFill>
                    <a:srgbClr val="CCCCC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Dhaoui  Chahin</a:t>
              </a:r>
              <a:r>
                <a:rPr lang="en-US" sz="2499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|  Génie Électrique – Automatique   |  2025–2026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167360" y="2194560"/>
            <a:ext cx="4389120" cy="4389120"/>
            <a:chOff x="0" y="0"/>
            <a:chExt cx="5852160" cy="58521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0"/>
                  </a:lnTo>
                  <a:lnTo>
                    <a:pt x="0" y="58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8988" t="0" r="-38988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435840" y="6766560"/>
            <a:ext cx="5486400" cy="1645920"/>
            <a:chOff x="0" y="0"/>
            <a:chExt cx="7315200" cy="21945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152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731520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KUKA KR6 R900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KRC4 + S7-1200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PROFINET IO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862709"/>
            </a:xfrm>
            <a:custGeom>
              <a:avLst/>
              <a:gdLst/>
              <a:ahLst/>
              <a:cxnLst/>
              <a:rect r="r" b="b" t="t" l="l"/>
              <a:pathLst>
                <a:path h="186270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548640" y="0"/>
            <a:ext cx="17190720" cy="1371600"/>
            <a:chOff x="0" y="0"/>
            <a:chExt cx="2292096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920961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212" r="0" b="-19421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2920960" cy="1914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 de la Présentation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53063" y="1724663"/>
            <a:ext cx="8620763" cy="1671323"/>
            <a:chOff x="0" y="0"/>
            <a:chExt cx="11494351" cy="22284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494389" cy="2228469"/>
            </a:xfrm>
            <a:custGeom>
              <a:avLst/>
              <a:gdLst/>
              <a:ahLst/>
              <a:cxnLst/>
              <a:rect r="r" b="b" t="t" l="l"/>
              <a:pathLst>
                <a:path h="2228469" w="11494389">
                  <a:moveTo>
                    <a:pt x="0" y="0"/>
                  </a:moveTo>
                  <a:lnTo>
                    <a:pt x="11494389" y="0"/>
                  </a:lnTo>
                  <a:lnTo>
                    <a:pt x="11494389" y="2228469"/>
                  </a:lnTo>
                  <a:lnTo>
                    <a:pt x="0" y="222846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85216" y="2048256"/>
            <a:ext cx="1005840" cy="1005840"/>
            <a:chOff x="0" y="0"/>
            <a:chExt cx="1341120" cy="134112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55648" y="1737360"/>
            <a:ext cx="7040880" cy="1645920"/>
            <a:chOff x="0" y="0"/>
            <a:chExt cx="9387840" cy="21945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3878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52" r="0" b="-3335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938784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 Contexte &amp; Objectifs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53063" y="3772919"/>
            <a:ext cx="8620763" cy="1671323"/>
            <a:chOff x="0" y="0"/>
            <a:chExt cx="11494351" cy="22284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494389" cy="2228469"/>
            </a:xfrm>
            <a:custGeom>
              <a:avLst/>
              <a:gdLst/>
              <a:ahLst/>
              <a:cxnLst/>
              <a:rect r="r" b="b" t="t" l="l"/>
              <a:pathLst>
                <a:path h="2228469" w="11494389">
                  <a:moveTo>
                    <a:pt x="0" y="0"/>
                  </a:moveTo>
                  <a:lnTo>
                    <a:pt x="11494389" y="0"/>
                  </a:lnTo>
                  <a:lnTo>
                    <a:pt x="11494389" y="2228469"/>
                  </a:lnTo>
                  <a:lnTo>
                    <a:pt x="0" y="2228469"/>
                  </a:lnTo>
                  <a:close/>
                </a:path>
              </a:pathLst>
            </a:custGeom>
            <a:solidFill>
              <a:srgbClr val="2E75B6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85216" y="4096512"/>
            <a:ext cx="1005840" cy="1005840"/>
            <a:chOff x="0" y="0"/>
            <a:chExt cx="1341120" cy="1341120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755648" y="3785616"/>
            <a:ext cx="7040880" cy="1645920"/>
            <a:chOff x="0" y="0"/>
            <a:chExt cx="9387840" cy="21945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3878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52" r="0" b="-3335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938784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 Robot KUKA 6 axes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53063" y="5821175"/>
            <a:ext cx="8620763" cy="1671323"/>
            <a:chOff x="0" y="0"/>
            <a:chExt cx="11494351" cy="222843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494389" cy="2228469"/>
            </a:xfrm>
            <a:custGeom>
              <a:avLst/>
              <a:gdLst/>
              <a:ahLst/>
              <a:cxnLst/>
              <a:rect r="r" b="b" t="t" l="l"/>
              <a:pathLst>
                <a:path h="2228469" w="11494389">
                  <a:moveTo>
                    <a:pt x="0" y="0"/>
                  </a:moveTo>
                  <a:lnTo>
                    <a:pt x="11494389" y="0"/>
                  </a:lnTo>
                  <a:lnTo>
                    <a:pt x="11494389" y="2228469"/>
                  </a:lnTo>
                  <a:lnTo>
                    <a:pt x="0" y="222846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585216" y="6144768"/>
            <a:ext cx="1005840" cy="1005840"/>
            <a:chOff x="0" y="0"/>
            <a:chExt cx="1341120" cy="134112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755648" y="5833872"/>
            <a:ext cx="7040880" cy="1645920"/>
            <a:chOff x="0" y="0"/>
            <a:chExt cx="9387840" cy="21945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3878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52" r="0" b="-3335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938784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 Architecture Système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53063" y="7869431"/>
            <a:ext cx="8620763" cy="1671323"/>
            <a:chOff x="0" y="0"/>
            <a:chExt cx="11494351" cy="222843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494389" cy="2228469"/>
            </a:xfrm>
            <a:custGeom>
              <a:avLst/>
              <a:gdLst/>
              <a:ahLst/>
              <a:cxnLst/>
              <a:rect r="r" b="b" t="t" l="l"/>
              <a:pathLst>
                <a:path h="2228469" w="11494389">
                  <a:moveTo>
                    <a:pt x="0" y="0"/>
                  </a:moveTo>
                  <a:lnTo>
                    <a:pt x="11494389" y="0"/>
                  </a:lnTo>
                  <a:lnTo>
                    <a:pt x="11494389" y="2228469"/>
                  </a:lnTo>
                  <a:lnTo>
                    <a:pt x="0" y="2228469"/>
                  </a:lnTo>
                  <a:close/>
                </a:path>
              </a:pathLst>
            </a:custGeom>
            <a:solidFill>
              <a:srgbClr val="2E75B6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585216" y="8193024"/>
            <a:ext cx="1005840" cy="1005840"/>
            <a:chOff x="0" y="0"/>
            <a:chExt cx="1341120" cy="1341120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755648" y="7882128"/>
            <a:ext cx="7040880" cy="1645920"/>
            <a:chOff x="0" y="0"/>
            <a:chExt cx="9387840" cy="21945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3878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52" r="0" b="-3335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938784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 GRAFCET &amp; Ladder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314183" y="1724663"/>
            <a:ext cx="8620763" cy="1671323"/>
            <a:chOff x="0" y="0"/>
            <a:chExt cx="11494351" cy="222843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494389" cy="2228469"/>
            </a:xfrm>
            <a:custGeom>
              <a:avLst/>
              <a:gdLst/>
              <a:ahLst/>
              <a:cxnLst/>
              <a:rect r="r" b="b" t="t" l="l"/>
              <a:pathLst>
                <a:path h="2228469" w="11494389">
                  <a:moveTo>
                    <a:pt x="0" y="0"/>
                  </a:moveTo>
                  <a:lnTo>
                    <a:pt x="11494389" y="0"/>
                  </a:lnTo>
                  <a:lnTo>
                    <a:pt x="11494389" y="2228469"/>
                  </a:lnTo>
                  <a:lnTo>
                    <a:pt x="0" y="222846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546336" y="2048256"/>
            <a:ext cx="1005840" cy="1005840"/>
            <a:chOff x="0" y="0"/>
            <a:chExt cx="1341120" cy="1341120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716768" y="1737360"/>
            <a:ext cx="7040880" cy="1645920"/>
            <a:chOff x="0" y="0"/>
            <a:chExt cx="9387840" cy="21945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3878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52" r="0" b="-3335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66675"/>
              <a:ext cx="938784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 Communication PROFINET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314183" y="3772919"/>
            <a:ext cx="8620763" cy="1671323"/>
            <a:chOff x="0" y="0"/>
            <a:chExt cx="11494351" cy="222843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494389" cy="2228469"/>
            </a:xfrm>
            <a:custGeom>
              <a:avLst/>
              <a:gdLst/>
              <a:ahLst/>
              <a:cxnLst/>
              <a:rect r="r" b="b" t="t" l="l"/>
              <a:pathLst>
                <a:path h="2228469" w="11494389">
                  <a:moveTo>
                    <a:pt x="0" y="0"/>
                  </a:moveTo>
                  <a:lnTo>
                    <a:pt x="11494389" y="0"/>
                  </a:lnTo>
                  <a:lnTo>
                    <a:pt x="11494389" y="2228469"/>
                  </a:lnTo>
                  <a:lnTo>
                    <a:pt x="0" y="2228469"/>
                  </a:lnTo>
                  <a:close/>
                </a:path>
              </a:pathLst>
            </a:custGeom>
            <a:solidFill>
              <a:srgbClr val="2E75B6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9546336" y="4096512"/>
            <a:ext cx="1005840" cy="1005840"/>
            <a:chOff x="0" y="0"/>
            <a:chExt cx="1341120" cy="1341120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716768" y="3785616"/>
            <a:ext cx="7040880" cy="1645920"/>
            <a:chOff x="0" y="0"/>
            <a:chExt cx="9387840" cy="21945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3878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52" r="0" b="-3335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66675"/>
              <a:ext cx="938784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  Sécurité Industrielle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314183" y="5821175"/>
            <a:ext cx="8620763" cy="1671323"/>
            <a:chOff x="0" y="0"/>
            <a:chExt cx="11494351" cy="222843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494389" cy="2228469"/>
            </a:xfrm>
            <a:custGeom>
              <a:avLst/>
              <a:gdLst/>
              <a:ahLst/>
              <a:cxnLst/>
              <a:rect r="r" b="b" t="t" l="l"/>
              <a:pathLst>
                <a:path h="2228469" w="11494389">
                  <a:moveTo>
                    <a:pt x="0" y="0"/>
                  </a:moveTo>
                  <a:lnTo>
                    <a:pt x="11494389" y="0"/>
                  </a:lnTo>
                  <a:lnTo>
                    <a:pt x="11494389" y="2228469"/>
                  </a:lnTo>
                  <a:lnTo>
                    <a:pt x="0" y="222846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9546336" y="6144768"/>
            <a:ext cx="1005840" cy="1005840"/>
            <a:chOff x="0" y="0"/>
            <a:chExt cx="1341120" cy="1341120"/>
          </a:xfrm>
        </p:grpSpPr>
        <p:sp>
          <p:nvSpPr>
            <p:cNvPr name="Freeform 52" id="52" descr="preencoded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0716768" y="5833872"/>
            <a:ext cx="7040880" cy="1645920"/>
            <a:chOff x="0" y="0"/>
            <a:chExt cx="9387840" cy="21945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3878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52" r="0" b="-3335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66675"/>
              <a:ext cx="938784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  Résultats &amp; Conclusion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789557"/>
            </a:xfrm>
            <a:custGeom>
              <a:avLst/>
              <a:gdLst/>
              <a:ahLst/>
              <a:cxnLst/>
              <a:rect r="r" b="b" t="t" l="l"/>
              <a:pathLst>
                <a:path h="178955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548640" y="0"/>
            <a:ext cx="17190720" cy="1316736"/>
            <a:chOff x="0" y="0"/>
            <a:chExt cx="22920960" cy="17556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920961" cy="1755648"/>
            </a:xfrm>
            <a:custGeom>
              <a:avLst/>
              <a:gdLst/>
              <a:ahLst/>
              <a:cxnLst/>
              <a:rect r="r" b="b" t="t" l="l"/>
              <a:pathLst>
                <a:path h="175564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387" r="0" b="-20438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920960" cy="18318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— Contexte &amp; Objectifs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44503" y="1541783"/>
            <a:ext cx="17399003" cy="1945643"/>
            <a:chOff x="0" y="0"/>
            <a:chExt cx="23198671" cy="25941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198710" cy="2594229"/>
            </a:xfrm>
            <a:custGeom>
              <a:avLst/>
              <a:gdLst/>
              <a:ahLst/>
              <a:cxnLst/>
              <a:rect r="r" b="b" t="t" l="l"/>
              <a:pathLst>
                <a:path h="2594229" w="23198710">
                  <a:moveTo>
                    <a:pt x="0" y="0"/>
                  </a:moveTo>
                  <a:lnTo>
                    <a:pt x="23198710" y="0"/>
                  </a:lnTo>
                  <a:lnTo>
                    <a:pt x="231987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C55A11">
                <a:alpha val="80784"/>
              </a:srgbClr>
            </a:solidFill>
            <a:ln w="25400" cap="sq">
              <a:solidFill>
                <a:srgbClr val="C55A11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40080" y="1609344"/>
            <a:ext cx="17007840" cy="1792224"/>
            <a:chOff x="0" y="0"/>
            <a:chExt cx="22677120" cy="23896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677120" cy="2389632"/>
            </a:xfrm>
            <a:custGeom>
              <a:avLst/>
              <a:gdLst/>
              <a:ahLst/>
              <a:cxnLst/>
              <a:rect r="r" b="b" t="t" l="l"/>
              <a:pathLst>
                <a:path h="238963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2389632"/>
                  </a:lnTo>
                  <a:lnTo>
                    <a:pt x="0" y="23896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909" r="0" b="-13490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2677120" cy="24467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Problématique : Comment automatiser le tri de pièces industrielles avec un robot KUKA commandé par un API Siemens S7-1200 en langage Ladder, en garantissant sécurité et fiabilité ?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44503" y="3827783"/>
            <a:ext cx="8529323" cy="1634747"/>
            <a:chOff x="0" y="0"/>
            <a:chExt cx="11372431" cy="21796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372469" cy="2179701"/>
            </a:xfrm>
            <a:custGeom>
              <a:avLst/>
              <a:gdLst/>
              <a:ahLst/>
              <a:cxnLst/>
              <a:rect r="r" b="b" t="t" l="l"/>
              <a:pathLst>
                <a:path h="2179701" w="11372469">
                  <a:moveTo>
                    <a:pt x="0" y="0"/>
                  </a:moveTo>
                  <a:lnTo>
                    <a:pt x="11372469" y="0"/>
                  </a:lnTo>
                  <a:lnTo>
                    <a:pt x="11372469" y="2179701"/>
                  </a:lnTo>
                  <a:lnTo>
                    <a:pt x="0" y="2179701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444503" y="3827783"/>
            <a:ext cx="135131" cy="1634747"/>
            <a:chOff x="0" y="0"/>
            <a:chExt cx="180175" cy="21796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0213" cy="2179701"/>
            </a:xfrm>
            <a:custGeom>
              <a:avLst/>
              <a:gdLst/>
              <a:ahLst/>
              <a:cxnLst/>
              <a:rect r="r" b="b" t="t" l="l"/>
              <a:pathLst>
                <a:path h="2179701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2179701"/>
                  </a:lnTo>
                  <a:lnTo>
                    <a:pt x="0" y="2179701"/>
                  </a:lnTo>
                  <a:close/>
                </a:path>
              </a:pathLst>
            </a:custGeom>
            <a:solidFill>
              <a:srgbClr val="2E75B6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40080" y="3840480"/>
            <a:ext cx="914400" cy="1609344"/>
            <a:chOff x="0" y="0"/>
            <a:chExt cx="1219200" cy="21457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1920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5814" t="0" r="-175814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76200"/>
              <a:ext cx="1219200" cy="2221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2E75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591056" y="3913632"/>
            <a:ext cx="7132320" cy="658368"/>
            <a:chOff x="0" y="0"/>
            <a:chExt cx="9509760" cy="87782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509760" cy="877824"/>
            </a:xfrm>
            <a:custGeom>
              <a:avLst/>
              <a:gdLst/>
              <a:ahLst/>
              <a:cxnLst/>
              <a:rect r="r" b="b" t="t" l="l"/>
              <a:pathLst>
                <a:path h="87782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9509760" cy="934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Architecture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91056" y="4608576"/>
            <a:ext cx="7132320" cy="768096"/>
            <a:chOff x="0" y="0"/>
            <a:chExt cx="9509760" cy="102412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5097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932" r="0" b="-13093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950976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Concevoir l'architecture matérielle &amp; logicielle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314183" y="3827783"/>
            <a:ext cx="8529323" cy="1634747"/>
            <a:chOff x="0" y="0"/>
            <a:chExt cx="11372431" cy="217966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372469" cy="2179701"/>
            </a:xfrm>
            <a:custGeom>
              <a:avLst/>
              <a:gdLst/>
              <a:ahLst/>
              <a:cxnLst/>
              <a:rect r="r" b="b" t="t" l="l"/>
              <a:pathLst>
                <a:path h="2179701" w="11372469">
                  <a:moveTo>
                    <a:pt x="0" y="0"/>
                  </a:moveTo>
                  <a:lnTo>
                    <a:pt x="11372469" y="0"/>
                  </a:lnTo>
                  <a:lnTo>
                    <a:pt x="11372469" y="2179701"/>
                  </a:lnTo>
                  <a:lnTo>
                    <a:pt x="0" y="2179701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314183" y="3827783"/>
            <a:ext cx="135131" cy="1634747"/>
            <a:chOff x="0" y="0"/>
            <a:chExt cx="180175" cy="217966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80213" cy="2179701"/>
            </a:xfrm>
            <a:custGeom>
              <a:avLst/>
              <a:gdLst/>
              <a:ahLst/>
              <a:cxnLst/>
              <a:rect r="r" b="b" t="t" l="l"/>
              <a:pathLst>
                <a:path h="2179701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2179701"/>
                  </a:lnTo>
                  <a:lnTo>
                    <a:pt x="0" y="2179701"/>
                  </a:lnTo>
                  <a:close/>
                </a:path>
              </a:pathLst>
            </a:custGeom>
            <a:solidFill>
              <a:srgbClr val="2E75B6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509760" y="3840480"/>
            <a:ext cx="914400" cy="1609344"/>
            <a:chOff x="0" y="0"/>
            <a:chExt cx="1219200" cy="21457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1920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5814" t="0" r="-175814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76200"/>
              <a:ext cx="1219200" cy="2221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2E75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460736" y="3913632"/>
            <a:ext cx="7132320" cy="658368"/>
            <a:chOff x="0" y="0"/>
            <a:chExt cx="9509760" cy="87782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509760" cy="877824"/>
            </a:xfrm>
            <a:custGeom>
              <a:avLst/>
              <a:gdLst/>
              <a:ahLst/>
              <a:cxnLst/>
              <a:rect r="r" b="b" t="t" l="l"/>
              <a:pathLst>
                <a:path h="87782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9509760" cy="934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Programmation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460736" y="4608576"/>
            <a:ext cx="7132320" cy="768096"/>
            <a:chOff x="0" y="0"/>
            <a:chExt cx="9509760" cy="102412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5097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932" r="0" b="-13093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950976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Programmer l'API en Ladder sous TIA Portal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44503" y="5748023"/>
            <a:ext cx="8529323" cy="1634747"/>
            <a:chOff x="0" y="0"/>
            <a:chExt cx="11372431" cy="217966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372469" cy="2179701"/>
            </a:xfrm>
            <a:custGeom>
              <a:avLst/>
              <a:gdLst/>
              <a:ahLst/>
              <a:cxnLst/>
              <a:rect r="r" b="b" t="t" l="l"/>
              <a:pathLst>
                <a:path h="2179701" w="11372469">
                  <a:moveTo>
                    <a:pt x="0" y="0"/>
                  </a:moveTo>
                  <a:lnTo>
                    <a:pt x="11372469" y="0"/>
                  </a:lnTo>
                  <a:lnTo>
                    <a:pt x="11372469" y="2179701"/>
                  </a:lnTo>
                  <a:lnTo>
                    <a:pt x="0" y="2179701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444503" y="5748023"/>
            <a:ext cx="135131" cy="1634747"/>
            <a:chOff x="0" y="0"/>
            <a:chExt cx="180175" cy="217966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80213" cy="2179701"/>
            </a:xfrm>
            <a:custGeom>
              <a:avLst/>
              <a:gdLst/>
              <a:ahLst/>
              <a:cxnLst/>
              <a:rect r="r" b="b" t="t" l="l"/>
              <a:pathLst>
                <a:path h="2179701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2179701"/>
                  </a:lnTo>
                  <a:lnTo>
                    <a:pt x="0" y="2179701"/>
                  </a:lnTo>
                  <a:close/>
                </a:path>
              </a:pathLst>
            </a:custGeom>
            <a:solidFill>
              <a:srgbClr val="2E75B6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640080" y="5760720"/>
            <a:ext cx="914400" cy="1609344"/>
            <a:chOff x="0" y="0"/>
            <a:chExt cx="1219200" cy="21457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1920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5814" t="0" r="-175814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76200"/>
              <a:ext cx="1219200" cy="2221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2E75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591056" y="5833872"/>
            <a:ext cx="7132320" cy="658368"/>
            <a:chOff x="0" y="0"/>
            <a:chExt cx="9509760" cy="87782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509760" cy="877824"/>
            </a:xfrm>
            <a:custGeom>
              <a:avLst/>
              <a:gdLst/>
              <a:ahLst/>
              <a:cxnLst/>
              <a:rect r="r" b="b" t="t" l="l"/>
              <a:pathLst>
                <a:path h="87782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9509760" cy="934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Communication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591056" y="6528816"/>
            <a:ext cx="7132320" cy="768096"/>
            <a:chOff x="0" y="0"/>
            <a:chExt cx="9509760" cy="102412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5097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932" r="0" b="-13093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950976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Liaison PLC–Robot via PROFINET IO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314183" y="5748023"/>
            <a:ext cx="8529323" cy="1634747"/>
            <a:chOff x="0" y="0"/>
            <a:chExt cx="11372431" cy="2179663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372469" cy="2179701"/>
            </a:xfrm>
            <a:custGeom>
              <a:avLst/>
              <a:gdLst/>
              <a:ahLst/>
              <a:cxnLst/>
              <a:rect r="r" b="b" t="t" l="l"/>
              <a:pathLst>
                <a:path h="2179701" w="11372469">
                  <a:moveTo>
                    <a:pt x="0" y="0"/>
                  </a:moveTo>
                  <a:lnTo>
                    <a:pt x="11372469" y="0"/>
                  </a:lnTo>
                  <a:lnTo>
                    <a:pt x="11372469" y="2179701"/>
                  </a:lnTo>
                  <a:lnTo>
                    <a:pt x="0" y="2179701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9314183" y="5748023"/>
            <a:ext cx="135131" cy="1634747"/>
            <a:chOff x="0" y="0"/>
            <a:chExt cx="180175" cy="217966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80213" cy="2179701"/>
            </a:xfrm>
            <a:custGeom>
              <a:avLst/>
              <a:gdLst/>
              <a:ahLst/>
              <a:cxnLst/>
              <a:rect r="r" b="b" t="t" l="l"/>
              <a:pathLst>
                <a:path h="2179701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2179701"/>
                  </a:lnTo>
                  <a:lnTo>
                    <a:pt x="0" y="2179701"/>
                  </a:lnTo>
                  <a:close/>
                </a:path>
              </a:pathLst>
            </a:custGeom>
            <a:solidFill>
              <a:srgbClr val="2E75B6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9509760" y="5760720"/>
            <a:ext cx="914400" cy="1609344"/>
            <a:chOff x="0" y="0"/>
            <a:chExt cx="1219200" cy="214579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21920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5814" t="0" r="-175814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76200"/>
              <a:ext cx="1219200" cy="2221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2E75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460736" y="5833872"/>
            <a:ext cx="7132320" cy="658368"/>
            <a:chOff x="0" y="0"/>
            <a:chExt cx="9509760" cy="87782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509760" cy="877824"/>
            </a:xfrm>
            <a:custGeom>
              <a:avLst/>
              <a:gdLst/>
              <a:ahLst/>
              <a:cxnLst/>
              <a:rect r="r" b="b" t="t" l="l"/>
              <a:pathLst>
                <a:path h="87782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57150"/>
              <a:ext cx="9509760" cy="934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GRAFCET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460736" y="6528816"/>
            <a:ext cx="7132320" cy="768096"/>
            <a:chOff x="0" y="0"/>
            <a:chExt cx="9509760" cy="102412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5097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932" r="0" b="-13093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950976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Modéliser le comportement séquentiel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444503" y="7668263"/>
            <a:ext cx="8529323" cy="1634747"/>
            <a:chOff x="0" y="0"/>
            <a:chExt cx="11372431" cy="2179663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1372469" cy="2179701"/>
            </a:xfrm>
            <a:custGeom>
              <a:avLst/>
              <a:gdLst/>
              <a:ahLst/>
              <a:cxnLst/>
              <a:rect r="r" b="b" t="t" l="l"/>
              <a:pathLst>
                <a:path h="2179701" w="11372469">
                  <a:moveTo>
                    <a:pt x="0" y="0"/>
                  </a:moveTo>
                  <a:lnTo>
                    <a:pt x="11372469" y="0"/>
                  </a:lnTo>
                  <a:lnTo>
                    <a:pt x="11372469" y="2179701"/>
                  </a:lnTo>
                  <a:lnTo>
                    <a:pt x="0" y="2179701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444503" y="7668263"/>
            <a:ext cx="135131" cy="1634747"/>
            <a:chOff x="0" y="0"/>
            <a:chExt cx="180175" cy="2179663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80213" cy="2179701"/>
            </a:xfrm>
            <a:custGeom>
              <a:avLst/>
              <a:gdLst/>
              <a:ahLst/>
              <a:cxnLst/>
              <a:rect r="r" b="b" t="t" l="l"/>
              <a:pathLst>
                <a:path h="2179701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2179701"/>
                  </a:lnTo>
                  <a:lnTo>
                    <a:pt x="0" y="2179701"/>
                  </a:lnTo>
                  <a:close/>
                </a:path>
              </a:pathLst>
            </a:custGeom>
            <a:solidFill>
              <a:srgbClr val="2E75B6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640080" y="7680960"/>
            <a:ext cx="914400" cy="1609344"/>
            <a:chOff x="0" y="0"/>
            <a:chExt cx="1219200" cy="214579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21920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5814" t="0" r="-175814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76200"/>
              <a:ext cx="1219200" cy="2221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2E75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591056" y="7754112"/>
            <a:ext cx="7132320" cy="658368"/>
            <a:chOff x="0" y="0"/>
            <a:chExt cx="9509760" cy="87782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509760" cy="877824"/>
            </a:xfrm>
            <a:custGeom>
              <a:avLst/>
              <a:gdLst/>
              <a:ahLst/>
              <a:cxnLst/>
              <a:rect r="r" b="b" t="t" l="l"/>
              <a:pathLst>
                <a:path h="87782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57150"/>
              <a:ext cx="9509760" cy="934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Sécurité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591056" y="8449056"/>
            <a:ext cx="7132320" cy="768096"/>
            <a:chOff x="0" y="0"/>
            <a:chExt cx="9509760" cy="102412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5097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932" r="0" b="-130932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950976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Implémenter les fonctions PLd / SIL2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314183" y="7668263"/>
            <a:ext cx="8529323" cy="1634747"/>
            <a:chOff x="0" y="0"/>
            <a:chExt cx="11372431" cy="2179663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1372469" cy="2179701"/>
            </a:xfrm>
            <a:custGeom>
              <a:avLst/>
              <a:gdLst/>
              <a:ahLst/>
              <a:cxnLst/>
              <a:rect r="r" b="b" t="t" l="l"/>
              <a:pathLst>
                <a:path h="2179701" w="11372469">
                  <a:moveTo>
                    <a:pt x="0" y="0"/>
                  </a:moveTo>
                  <a:lnTo>
                    <a:pt x="11372469" y="0"/>
                  </a:lnTo>
                  <a:lnTo>
                    <a:pt x="11372469" y="2179701"/>
                  </a:lnTo>
                  <a:lnTo>
                    <a:pt x="0" y="2179701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9314183" y="7668263"/>
            <a:ext cx="135131" cy="1634747"/>
            <a:chOff x="0" y="0"/>
            <a:chExt cx="180175" cy="2179663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80213" cy="2179701"/>
            </a:xfrm>
            <a:custGeom>
              <a:avLst/>
              <a:gdLst/>
              <a:ahLst/>
              <a:cxnLst/>
              <a:rect r="r" b="b" t="t" l="l"/>
              <a:pathLst>
                <a:path h="2179701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2179701"/>
                  </a:lnTo>
                  <a:lnTo>
                    <a:pt x="0" y="2179701"/>
                  </a:lnTo>
                  <a:close/>
                </a:path>
              </a:pathLst>
            </a:custGeom>
            <a:solidFill>
              <a:srgbClr val="2E75B6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9509760" y="7680960"/>
            <a:ext cx="914400" cy="1609344"/>
            <a:chOff x="0" y="0"/>
            <a:chExt cx="1219200" cy="214579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21920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5814" t="0" r="-175814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76200"/>
              <a:ext cx="1219200" cy="2221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2E75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0460736" y="7754112"/>
            <a:ext cx="7132320" cy="658368"/>
            <a:chOff x="0" y="0"/>
            <a:chExt cx="9509760" cy="87782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9509760" cy="877824"/>
            </a:xfrm>
            <a:custGeom>
              <a:avLst/>
              <a:gdLst/>
              <a:ahLst/>
              <a:cxnLst/>
              <a:rect r="r" b="b" t="t" l="l"/>
              <a:pathLst>
                <a:path h="87782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57150"/>
              <a:ext cx="9509760" cy="934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Validation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0460736" y="8449056"/>
            <a:ext cx="7132320" cy="768096"/>
            <a:chOff x="0" y="0"/>
            <a:chExt cx="9509760" cy="102412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95097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932" r="0" b="-130932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47625"/>
              <a:ext cx="950976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Simuler et valider le système complet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789557"/>
            </a:xfrm>
            <a:custGeom>
              <a:avLst/>
              <a:gdLst/>
              <a:ahLst/>
              <a:cxnLst/>
              <a:rect r="r" b="b" t="t" l="l"/>
              <a:pathLst>
                <a:path h="178955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548640" y="0"/>
            <a:ext cx="17190720" cy="1316736"/>
            <a:chOff x="0" y="0"/>
            <a:chExt cx="22920960" cy="17556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920961" cy="1755648"/>
            </a:xfrm>
            <a:custGeom>
              <a:avLst/>
              <a:gdLst/>
              <a:ahLst/>
              <a:cxnLst/>
              <a:rect r="r" b="b" t="t" l="l"/>
              <a:pathLst>
                <a:path h="175564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387" r="0" b="-20438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920960" cy="18318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— Robot KUKA KR6 R900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57200" y="1499616"/>
            <a:ext cx="10058400" cy="731520"/>
            <a:chOff x="0" y="0"/>
            <a:chExt cx="13411200" cy="975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411200" cy="975360"/>
            </a:xfrm>
            <a:custGeom>
              <a:avLst/>
              <a:gdLst/>
              <a:ahLst/>
              <a:cxnLst/>
              <a:rect r="r" b="b" t="t" l="l"/>
              <a:pathLst>
                <a:path h="97536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34112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Architecture 6 axes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44503" y="2218439"/>
            <a:ext cx="10083803" cy="720347"/>
            <a:chOff x="0" y="0"/>
            <a:chExt cx="13445071" cy="96046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445110" cy="960501"/>
            </a:xfrm>
            <a:custGeom>
              <a:avLst/>
              <a:gdLst/>
              <a:ahLst/>
              <a:cxnLst/>
              <a:rect r="r" b="b" t="t" l="l"/>
              <a:pathLst>
                <a:path h="960501" w="13445110">
                  <a:moveTo>
                    <a:pt x="0" y="0"/>
                  </a:moveTo>
                  <a:lnTo>
                    <a:pt x="13445110" y="0"/>
                  </a:lnTo>
                  <a:lnTo>
                    <a:pt x="13445110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548640" y="2231136"/>
            <a:ext cx="9875520" cy="694944"/>
            <a:chOff x="0" y="0"/>
            <a:chExt cx="13167360" cy="9265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67361" cy="926592"/>
            </a:xfrm>
            <a:custGeom>
              <a:avLst/>
              <a:gdLst/>
              <a:ahLst/>
              <a:cxnLst/>
              <a:rect r="r" b="b" t="t" l="l"/>
              <a:pathLst>
                <a:path h="926592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892" r="0" b="-22689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31673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Axe</a:t>
              </a: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</a:t>
              </a: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Désignation</a:t>
              </a: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</a:t>
              </a: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Mouvement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44503" y="2913383"/>
            <a:ext cx="10083803" cy="939803"/>
            <a:chOff x="0" y="0"/>
            <a:chExt cx="13445071" cy="125307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45110" cy="1253109"/>
            </a:xfrm>
            <a:custGeom>
              <a:avLst/>
              <a:gdLst/>
              <a:ahLst/>
              <a:cxnLst/>
              <a:rect r="r" b="b" t="t" l="l"/>
              <a:pathLst>
                <a:path h="1253109" w="13445110">
                  <a:moveTo>
                    <a:pt x="0" y="0"/>
                  </a:moveTo>
                  <a:lnTo>
                    <a:pt x="13445110" y="0"/>
                  </a:lnTo>
                  <a:lnTo>
                    <a:pt x="13445110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F2F2F2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444503" y="2913383"/>
            <a:ext cx="1031243" cy="939803"/>
            <a:chOff x="0" y="0"/>
            <a:chExt cx="1374991" cy="12530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7502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375029">
                  <a:moveTo>
                    <a:pt x="0" y="0"/>
                  </a:moveTo>
                  <a:lnTo>
                    <a:pt x="1375029" y="0"/>
                  </a:lnTo>
                  <a:lnTo>
                    <a:pt x="137502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2E75B6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457200" y="2926080"/>
            <a:ext cx="1005840" cy="914400"/>
            <a:chOff x="0" y="0"/>
            <a:chExt cx="1341120" cy="1219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41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13411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54480" y="2926080"/>
            <a:ext cx="2926080" cy="914400"/>
            <a:chOff x="0" y="0"/>
            <a:chExt cx="3901440" cy="1219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9014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390144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535424" y="2926080"/>
            <a:ext cx="5943600" cy="914400"/>
            <a:chOff x="0" y="0"/>
            <a:chExt cx="7924800" cy="1219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92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79248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Rotation verticale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44503" y="3864359"/>
            <a:ext cx="10083803" cy="939803"/>
            <a:chOff x="0" y="0"/>
            <a:chExt cx="13445071" cy="125307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445110" cy="1253109"/>
            </a:xfrm>
            <a:custGeom>
              <a:avLst/>
              <a:gdLst/>
              <a:ahLst/>
              <a:cxnLst/>
              <a:rect r="r" b="b" t="t" l="l"/>
              <a:pathLst>
                <a:path h="1253109" w="13445110">
                  <a:moveTo>
                    <a:pt x="0" y="0"/>
                  </a:moveTo>
                  <a:lnTo>
                    <a:pt x="13445110" y="0"/>
                  </a:lnTo>
                  <a:lnTo>
                    <a:pt x="13445110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444503" y="3864359"/>
            <a:ext cx="1031243" cy="939803"/>
            <a:chOff x="0" y="0"/>
            <a:chExt cx="1374991" cy="125307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7502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375029">
                  <a:moveTo>
                    <a:pt x="0" y="0"/>
                  </a:moveTo>
                  <a:lnTo>
                    <a:pt x="1375029" y="0"/>
                  </a:lnTo>
                  <a:lnTo>
                    <a:pt x="137502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2E75B6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457200" y="3877056"/>
            <a:ext cx="1005840" cy="914400"/>
            <a:chOff x="0" y="0"/>
            <a:chExt cx="1341120" cy="1219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41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13411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554480" y="3877056"/>
            <a:ext cx="2926080" cy="914400"/>
            <a:chOff x="0" y="0"/>
            <a:chExt cx="3901440" cy="1219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9014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390144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Bras inf.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535424" y="3877056"/>
            <a:ext cx="5943600" cy="914400"/>
            <a:chOff x="0" y="0"/>
            <a:chExt cx="7924800" cy="1219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92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79248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Balancement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44503" y="4815335"/>
            <a:ext cx="10083803" cy="939803"/>
            <a:chOff x="0" y="0"/>
            <a:chExt cx="13445071" cy="125307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445110" cy="1253109"/>
            </a:xfrm>
            <a:custGeom>
              <a:avLst/>
              <a:gdLst/>
              <a:ahLst/>
              <a:cxnLst/>
              <a:rect r="r" b="b" t="t" l="l"/>
              <a:pathLst>
                <a:path h="1253109" w="13445110">
                  <a:moveTo>
                    <a:pt x="0" y="0"/>
                  </a:moveTo>
                  <a:lnTo>
                    <a:pt x="13445110" y="0"/>
                  </a:lnTo>
                  <a:lnTo>
                    <a:pt x="13445110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F2F2F2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444503" y="4815335"/>
            <a:ext cx="1031243" cy="939803"/>
            <a:chOff x="0" y="0"/>
            <a:chExt cx="1374991" cy="125307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7502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375029">
                  <a:moveTo>
                    <a:pt x="0" y="0"/>
                  </a:moveTo>
                  <a:lnTo>
                    <a:pt x="1375029" y="0"/>
                  </a:lnTo>
                  <a:lnTo>
                    <a:pt x="137502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2E75B6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457200" y="4828032"/>
            <a:ext cx="1005840" cy="914400"/>
            <a:chOff x="0" y="0"/>
            <a:chExt cx="1341120" cy="12192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341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13411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A3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554480" y="4828032"/>
            <a:ext cx="2926080" cy="914400"/>
            <a:chOff x="0" y="0"/>
            <a:chExt cx="3901440" cy="12192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014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390144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Bras sup.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4535424" y="4828032"/>
            <a:ext cx="5943600" cy="914400"/>
            <a:chOff x="0" y="0"/>
            <a:chExt cx="7924800" cy="12192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92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79248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Élévation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444503" y="5766311"/>
            <a:ext cx="10083803" cy="939803"/>
            <a:chOff x="0" y="0"/>
            <a:chExt cx="13445071" cy="125307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3445110" cy="1253109"/>
            </a:xfrm>
            <a:custGeom>
              <a:avLst/>
              <a:gdLst/>
              <a:ahLst/>
              <a:cxnLst/>
              <a:rect r="r" b="b" t="t" l="l"/>
              <a:pathLst>
                <a:path h="1253109" w="13445110">
                  <a:moveTo>
                    <a:pt x="0" y="0"/>
                  </a:moveTo>
                  <a:lnTo>
                    <a:pt x="13445110" y="0"/>
                  </a:lnTo>
                  <a:lnTo>
                    <a:pt x="13445110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444503" y="5766311"/>
            <a:ext cx="1031243" cy="939803"/>
            <a:chOff x="0" y="0"/>
            <a:chExt cx="1374991" cy="125307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37502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375029">
                  <a:moveTo>
                    <a:pt x="0" y="0"/>
                  </a:moveTo>
                  <a:lnTo>
                    <a:pt x="1375029" y="0"/>
                  </a:lnTo>
                  <a:lnTo>
                    <a:pt x="137502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2E75B6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457200" y="5779008"/>
            <a:ext cx="1005840" cy="914400"/>
            <a:chOff x="0" y="0"/>
            <a:chExt cx="1341120" cy="12192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341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57150"/>
              <a:ext cx="13411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A4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554480" y="5779008"/>
            <a:ext cx="2926080" cy="914400"/>
            <a:chOff x="0" y="0"/>
            <a:chExt cx="3901440" cy="12192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9014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390144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Poignet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4535424" y="5779008"/>
            <a:ext cx="5943600" cy="914400"/>
            <a:chOff x="0" y="0"/>
            <a:chExt cx="7924800" cy="12192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92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79248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Rotation axiale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444503" y="6717287"/>
            <a:ext cx="10083803" cy="939803"/>
            <a:chOff x="0" y="0"/>
            <a:chExt cx="13445071" cy="125307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3445110" cy="1253109"/>
            </a:xfrm>
            <a:custGeom>
              <a:avLst/>
              <a:gdLst/>
              <a:ahLst/>
              <a:cxnLst/>
              <a:rect r="r" b="b" t="t" l="l"/>
              <a:pathLst>
                <a:path h="1253109" w="13445110">
                  <a:moveTo>
                    <a:pt x="0" y="0"/>
                  </a:moveTo>
                  <a:lnTo>
                    <a:pt x="13445110" y="0"/>
                  </a:lnTo>
                  <a:lnTo>
                    <a:pt x="13445110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F2F2F2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444503" y="6717287"/>
            <a:ext cx="1031243" cy="939803"/>
            <a:chOff x="0" y="0"/>
            <a:chExt cx="1374991" cy="125307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37502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375029">
                  <a:moveTo>
                    <a:pt x="0" y="0"/>
                  </a:moveTo>
                  <a:lnTo>
                    <a:pt x="1375029" y="0"/>
                  </a:lnTo>
                  <a:lnTo>
                    <a:pt x="137502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2E75B6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457200" y="6729984"/>
            <a:ext cx="1005840" cy="914400"/>
            <a:chOff x="0" y="0"/>
            <a:chExt cx="1341120" cy="12192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341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57150"/>
              <a:ext cx="13411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A5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554480" y="6729984"/>
            <a:ext cx="2926080" cy="914400"/>
            <a:chOff x="0" y="0"/>
            <a:chExt cx="3901440" cy="12192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9014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390144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Poignet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4535424" y="6729984"/>
            <a:ext cx="5943600" cy="914400"/>
            <a:chOff x="0" y="0"/>
            <a:chExt cx="7924800" cy="12192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92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79248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Inclinaison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444503" y="7668263"/>
            <a:ext cx="10083803" cy="939803"/>
            <a:chOff x="0" y="0"/>
            <a:chExt cx="13445071" cy="125307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3445110" cy="1253109"/>
            </a:xfrm>
            <a:custGeom>
              <a:avLst/>
              <a:gdLst/>
              <a:ahLst/>
              <a:cxnLst/>
              <a:rect r="r" b="b" t="t" l="l"/>
              <a:pathLst>
                <a:path h="1253109" w="13445110">
                  <a:moveTo>
                    <a:pt x="0" y="0"/>
                  </a:moveTo>
                  <a:lnTo>
                    <a:pt x="13445110" y="0"/>
                  </a:lnTo>
                  <a:lnTo>
                    <a:pt x="13445110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444503" y="7668263"/>
            <a:ext cx="1031243" cy="939803"/>
            <a:chOff x="0" y="0"/>
            <a:chExt cx="1374991" cy="125307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37502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375029">
                  <a:moveTo>
                    <a:pt x="0" y="0"/>
                  </a:moveTo>
                  <a:lnTo>
                    <a:pt x="1375029" y="0"/>
                  </a:lnTo>
                  <a:lnTo>
                    <a:pt x="137502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2E75B6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457200" y="7680960"/>
            <a:ext cx="1005840" cy="914400"/>
            <a:chOff x="0" y="0"/>
            <a:chExt cx="1341120" cy="12192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341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57150"/>
              <a:ext cx="13411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A6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554480" y="7680960"/>
            <a:ext cx="2926080" cy="914400"/>
            <a:chOff x="0" y="0"/>
            <a:chExt cx="3901440" cy="12192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014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47625"/>
              <a:ext cx="390144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Bride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4535424" y="7680960"/>
            <a:ext cx="5943600" cy="914400"/>
            <a:chOff x="0" y="0"/>
            <a:chExt cx="7924800" cy="12192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92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47625"/>
              <a:ext cx="79248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Rotation outil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0972800" y="1499616"/>
            <a:ext cx="6858000" cy="731520"/>
            <a:chOff x="0" y="0"/>
            <a:chExt cx="9144000" cy="97536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9144000" cy="975360"/>
            </a:xfrm>
            <a:custGeom>
              <a:avLst/>
              <a:gdLst/>
              <a:ahLst/>
              <a:cxnLst/>
              <a:rect r="r" b="b" t="t" l="l"/>
              <a:pathLst>
                <a:path h="97536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672" r="0" b="-132672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47625"/>
              <a:ext cx="91440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Spécifications Techniques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0960103" y="2218439"/>
            <a:ext cx="6883403" cy="976379"/>
            <a:chOff x="0" y="0"/>
            <a:chExt cx="9177871" cy="1301839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9177909" cy="1301877"/>
            </a:xfrm>
            <a:custGeom>
              <a:avLst/>
              <a:gdLst/>
              <a:ahLst/>
              <a:cxnLst/>
              <a:rect r="r" b="b" t="t" l="l"/>
              <a:pathLst>
                <a:path h="1301877" w="9177909">
                  <a:moveTo>
                    <a:pt x="0" y="0"/>
                  </a:moveTo>
                  <a:lnTo>
                    <a:pt x="9177909" y="0"/>
                  </a:lnTo>
                  <a:lnTo>
                    <a:pt x="9177909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D6E4F0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98" id="98"/>
          <p:cNvGrpSpPr/>
          <p:nvPr/>
        </p:nvGrpSpPr>
        <p:grpSpPr>
          <a:xfrm rot="0">
            <a:off x="11064240" y="2231136"/>
            <a:ext cx="3657600" cy="950976"/>
            <a:chOff x="0" y="0"/>
            <a:chExt cx="4876800" cy="126796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8768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42" r="0" b="-24942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487680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Charge utile  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4776704" y="2231136"/>
            <a:ext cx="2962656" cy="950976"/>
            <a:chOff x="0" y="0"/>
            <a:chExt cx="3950208" cy="126796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950208" cy="1267968"/>
            </a:xfrm>
            <a:custGeom>
              <a:avLst/>
              <a:gdLst/>
              <a:ahLst/>
              <a:cxnLst/>
              <a:rect r="r" b="b" t="t" l="l"/>
              <a:pathLst>
                <a:path h="1267968" w="3950208">
                  <a:moveTo>
                    <a:pt x="0" y="0"/>
                  </a:moveTo>
                  <a:lnTo>
                    <a:pt x="3950208" y="0"/>
                  </a:lnTo>
                  <a:lnTo>
                    <a:pt x="395020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03" r="0" b="-10703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47625"/>
              <a:ext cx="3950208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 b="true">
                  <a:solidFill>
                    <a:srgbClr val="C55A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 kg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0960103" y="3297431"/>
            <a:ext cx="6883403" cy="976379"/>
            <a:chOff x="0" y="0"/>
            <a:chExt cx="9177871" cy="1301839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9177909" cy="1301877"/>
            </a:xfrm>
            <a:custGeom>
              <a:avLst/>
              <a:gdLst/>
              <a:ahLst/>
              <a:cxnLst/>
              <a:rect r="r" b="b" t="t" l="l"/>
              <a:pathLst>
                <a:path h="1301877" w="9177909">
                  <a:moveTo>
                    <a:pt x="0" y="0"/>
                  </a:moveTo>
                  <a:lnTo>
                    <a:pt x="9177909" y="0"/>
                  </a:lnTo>
                  <a:lnTo>
                    <a:pt x="9177909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106" id="106"/>
          <p:cNvGrpSpPr/>
          <p:nvPr/>
        </p:nvGrpSpPr>
        <p:grpSpPr>
          <a:xfrm rot="0">
            <a:off x="11064240" y="3310128"/>
            <a:ext cx="3657600" cy="950976"/>
            <a:chOff x="0" y="0"/>
            <a:chExt cx="4876800" cy="1267968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8768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42" r="0" b="-24942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47625"/>
              <a:ext cx="487680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Portée  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4776704" y="3310128"/>
            <a:ext cx="2962656" cy="950976"/>
            <a:chOff x="0" y="0"/>
            <a:chExt cx="3950208" cy="1267968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3950208" cy="1267968"/>
            </a:xfrm>
            <a:custGeom>
              <a:avLst/>
              <a:gdLst/>
              <a:ahLst/>
              <a:cxnLst/>
              <a:rect r="r" b="b" t="t" l="l"/>
              <a:pathLst>
                <a:path h="1267968" w="3950208">
                  <a:moveTo>
                    <a:pt x="0" y="0"/>
                  </a:moveTo>
                  <a:lnTo>
                    <a:pt x="3950208" y="0"/>
                  </a:lnTo>
                  <a:lnTo>
                    <a:pt x="395020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03" r="0" b="-10703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47625"/>
              <a:ext cx="3950208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 b="true">
                  <a:solidFill>
                    <a:srgbClr val="C55A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900 mm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0960103" y="4376423"/>
            <a:ext cx="6883403" cy="976379"/>
            <a:chOff x="0" y="0"/>
            <a:chExt cx="9177871" cy="1301839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9177909" cy="1301877"/>
            </a:xfrm>
            <a:custGeom>
              <a:avLst/>
              <a:gdLst/>
              <a:ahLst/>
              <a:cxnLst/>
              <a:rect r="r" b="b" t="t" l="l"/>
              <a:pathLst>
                <a:path h="1301877" w="9177909">
                  <a:moveTo>
                    <a:pt x="0" y="0"/>
                  </a:moveTo>
                  <a:lnTo>
                    <a:pt x="9177909" y="0"/>
                  </a:lnTo>
                  <a:lnTo>
                    <a:pt x="9177909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D6E4F0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114" id="114"/>
          <p:cNvGrpSpPr/>
          <p:nvPr/>
        </p:nvGrpSpPr>
        <p:grpSpPr>
          <a:xfrm rot="0">
            <a:off x="11064240" y="4389120"/>
            <a:ext cx="3657600" cy="950976"/>
            <a:chOff x="0" y="0"/>
            <a:chExt cx="4876800" cy="1267968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48768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42" r="0" b="-24942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47625"/>
              <a:ext cx="487680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Répétabilité  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4776704" y="4389120"/>
            <a:ext cx="2962656" cy="950976"/>
            <a:chOff x="0" y="0"/>
            <a:chExt cx="3950208" cy="1267968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3950208" cy="1267968"/>
            </a:xfrm>
            <a:custGeom>
              <a:avLst/>
              <a:gdLst/>
              <a:ahLst/>
              <a:cxnLst/>
              <a:rect r="r" b="b" t="t" l="l"/>
              <a:pathLst>
                <a:path h="1267968" w="3950208">
                  <a:moveTo>
                    <a:pt x="0" y="0"/>
                  </a:moveTo>
                  <a:lnTo>
                    <a:pt x="3950208" y="0"/>
                  </a:lnTo>
                  <a:lnTo>
                    <a:pt x="395020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03" r="0" b="-10703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47625"/>
              <a:ext cx="3950208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 b="true">
                  <a:solidFill>
                    <a:srgbClr val="C55A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± 0,05 mm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0960103" y="5455415"/>
            <a:ext cx="6883403" cy="976379"/>
            <a:chOff x="0" y="0"/>
            <a:chExt cx="9177871" cy="1301839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9177909" cy="1301877"/>
            </a:xfrm>
            <a:custGeom>
              <a:avLst/>
              <a:gdLst/>
              <a:ahLst/>
              <a:cxnLst/>
              <a:rect r="r" b="b" t="t" l="l"/>
              <a:pathLst>
                <a:path h="1301877" w="9177909">
                  <a:moveTo>
                    <a:pt x="0" y="0"/>
                  </a:moveTo>
                  <a:lnTo>
                    <a:pt x="9177909" y="0"/>
                  </a:lnTo>
                  <a:lnTo>
                    <a:pt x="9177909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122" id="122"/>
          <p:cNvGrpSpPr/>
          <p:nvPr/>
        </p:nvGrpSpPr>
        <p:grpSpPr>
          <a:xfrm rot="0">
            <a:off x="11064240" y="5468112"/>
            <a:ext cx="3657600" cy="950976"/>
            <a:chOff x="0" y="0"/>
            <a:chExt cx="4876800" cy="1267968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48768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42" r="0" b="-24942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47625"/>
              <a:ext cx="487680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Contrôleur  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4776704" y="5468112"/>
            <a:ext cx="2962656" cy="950976"/>
            <a:chOff x="0" y="0"/>
            <a:chExt cx="3950208" cy="1267968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3950208" cy="1267968"/>
            </a:xfrm>
            <a:custGeom>
              <a:avLst/>
              <a:gdLst/>
              <a:ahLst/>
              <a:cxnLst/>
              <a:rect r="r" b="b" t="t" l="l"/>
              <a:pathLst>
                <a:path h="1267968" w="3950208">
                  <a:moveTo>
                    <a:pt x="0" y="0"/>
                  </a:moveTo>
                  <a:lnTo>
                    <a:pt x="3950208" y="0"/>
                  </a:lnTo>
                  <a:lnTo>
                    <a:pt x="395020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03" r="0" b="-10703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47625"/>
              <a:ext cx="3950208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 b="true">
                  <a:solidFill>
                    <a:srgbClr val="C55A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KRC4 compact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0960103" y="6534407"/>
            <a:ext cx="6883403" cy="976379"/>
            <a:chOff x="0" y="0"/>
            <a:chExt cx="9177871" cy="1301839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9177909" cy="1301877"/>
            </a:xfrm>
            <a:custGeom>
              <a:avLst/>
              <a:gdLst/>
              <a:ahLst/>
              <a:cxnLst/>
              <a:rect r="r" b="b" t="t" l="l"/>
              <a:pathLst>
                <a:path h="1301877" w="9177909">
                  <a:moveTo>
                    <a:pt x="0" y="0"/>
                  </a:moveTo>
                  <a:lnTo>
                    <a:pt x="9177909" y="0"/>
                  </a:lnTo>
                  <a:lnTo>
                    <a:pt x="9177909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D6E4F0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130" id="130"/>
          <p:cNvGrpSpPr/>
          <p:nvPr/>
        </p:nvGrpSpPr>
        <p:grpSpPr>
          <a:xfrm rot="0">
            <a:off x="11064240" y="6547104"/>
            <a:ext cx="3657600" cy="950976"/>
            <a:chOff x="0" y="0"/>
            <a:chExt cx="4876800" cy="1267968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48768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42" r="0" b="-24942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47625"/>
              <a:ext cx="487680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Communication  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14776704" y="6547104"/>
            <a:ext cx="2962656" cy="950976"/>
            <a:chOff x="0" y="0"/>
            <a:chExt cx="3950208" cy="1267968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3950208" cy="1267968"/>
            </a:xfrm>
            <a:custGeom>
              <a:avLst/>
              <a:gdLst/>
              <a:ahLst/>
              <a:cxnLst/>
              <a:rect r="r" b="b" t="t" l="l"/>
              <a:pathLst>
                <a:path h="1267968" w="3950208">
                  <a:moveTo>
                    <a:pt x="0" y="0"/>
                  </a:moveTo>
                  <a:lnTo>
                    <a:pt x="3950208" y="0"/>
                  </a:lnTo>
                  <a:lnTo>
                    <a:pt x="395020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03" r="0" b="-10703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47625"/>
              <a:ext cx="3950208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 b="true">
                  <a:solidFill>
                    <a:srgbClr val="C55A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PROFINET / EtherNet/IP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10960103" y="7613399"/>
            <a:ext cx="6883403" cy="976379"/>
            <a:chOff x="0" y="0"/>
            <a:chExt cx="9177871" cy="1301839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9177909" cy="1301877"/>
            </a:xfrm>
            <a:custGeom>
              <a:avLst/>
              <a:gdLst/>
              <a:ahLst/>
              <a:cxnLst/>
              <a:rect r="r" b="b" t="t" l="l"/>
              <a:pathLst>
                <a:path h="1301877" w="9177909">
                  <a:moveTo>
                    <a:pt x="0" y="0"/>
                  </a:moveTo>
                  <a:lnTo>
                    <a:pt x="9177909" y="0"/>
                  </a:lnTo>
                  <a:lnTo>
                    <a:pt x="9177909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138" id="138"/>
          <p:cNvGrpSpPr/>
          <p:nvPr/>
        </p:nvGrpSpPr>
        <p:grpSpPr>
          <a:xfrm rot="0">
            <a:off x="11064240" y="7626096"/>
            <a:ext cx="3657600" cy="950976"/>
            <a:chOff x="0" y="0"/>
            <a:chExt cx="4876800" cy="1267968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48768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42" r="0" b="-24942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-47625"/>
              <a:ext cx="487680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Protection  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14776704" y="7626096"/>
            <a:ext cx="2962656" cy="950976"/>
            <a:chOff x="0" y="0"/>
            <a:chExt cx="3950208" cy="1267968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3950208" cy="1267968"/>
            </a:xfrm>
            <a:custGeom>
              <a:avLst/>
              <a:gdLst/>
              <a:ahLst/>
              <a:cxnLst/>
              <a:rect r="r" b="b" t="t" l="l"/>
              <a:pathLst>
                <a:path h="1267968" w="3950208">
                  <a:moveTo>
                    <a:pt x="0" y="0"/>
                  </a:moveTo>
                  <a:lnTo>
                    <a:pt x="3950208" y="0"/>
                  </a:lnTo>
                  <a:lnTo>
                    <a:pt x="395020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03" r="0" b="-10703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47625"/>
              <a:ext cx="3950208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 b="true">
                  <a:solidFill>
                    <a:srgbClr val="C55A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IP54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10960103" y="8692391"/>
            <a:ext cx="6883403" cy="976379"/>
            <a:chOff x="0" y="0"/>
            <a:chExt cx="9177871" cy="1301839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9177909" cy="1301877"/>
            </a:xfrm>
            <a:custGeom>
              <a:avLst/>
              <a:gdLst/>
              <a:ahLst/>
              <a:cxnLst/>
              <a:rect r="r" b="b" t="t" l="l"/>
              <a:pathLst>
                <a:path h="1301877" w="9177909">
                  <a:moveTo>
                    <a:pt x="0" y="0"/>
                  </a:moveTo>
                  <a:lnTo>
                    <a:pt x="9177909" y="0"/>
                  </a:lnTo>
                  <a:lnTo>
                    <a:pt x="9177909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D6E4F0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146" id="146"/>
          <p:cNvGrpSpPr/>
          <p:nvPr/>
        </p:nvGrpSpPr>
        <p:grpSpPr>
          <a:xfrm rot="0">
            <a:off x="11064240" y="8705088"/>
            <a:ext cx="3657600" cy="950976"/>
            <a:chOff x="0" y="0"/>
            <a:chExt cx="4876800" cy="1267968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48768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42" r="0" b="-24942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47625"/>
              <a:ext cx="487680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Alimentation  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4776704" y="8705088"/>
            <a:ext cx="2962656" cy="950976"/>
            <a:chOff x="0" y="0"/>
            <a:chExt cx="3950208" cy="1267968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3950208" cy="1267968"/>
            </a:xfrm>
            <a:custGeom>
              <a:avLst/>
              <a:gdLst/>
              <a:ahLst/>
              <a:cxnLst/>
              <a:rect r="r" b="b" t="t" l="l"/>
              <a:pathLst>
                <a:path h="1267968" w="3950208">
                  <a:moveTo>
                    <a:pt x="0" y="0"/>
                  </a:moveTo>
                  <a:lnTo>
                    <a:pt x="3950208" y="0"/>
                  </a:lnTo>
                  <a:lnTo>
                    <a:pt x="395020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03" r="0" b="-10703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47625"/>
              <a:ext cx="3950208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 b="true">
                  <a:solidFill>
                    <a:srgbClr val="C55A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400 V AC / 50 Hz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789557"/>
            </a:xfrm>
            <a:custGeom>
              <a:avLst/>
              <a:gdLst/>
              <a:ahLst/>
              <a:cxnLst/>
              <a:rect r="r" b="b" t="t" l="l"/>
              <a:pathLst>
                <a:path h="178955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2E75B6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548640" y="0"/>
            <a:ext cx="17190720" cy="1316736"/>
            <a:chOff x="0" y="0"/>
            <a:chExt cx="22920960" cy="17556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920961" cy="1755648"/>
            </a:xfrm>
            <a:custGeom>
              <a:avLst/>
              <a:gdLst/>
              <a:ahLst/>
              <a:cxnLst/>
              <a:rect r="r" b="b" t="t" l="l"/>
              <a:pathLst>
                <a:path h="175564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387" r="0" b="-20438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920960" cy="18318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— Architecture Générale du Système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49702" y="2352913"/>
            <a:ext cx="4048763" cy="1854203"/>
            <a:chOff x="0" y="0"/>
            <a:chExt cx="5398351" cy="24722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98262" cy="2472182"/>
            </a:xfrm>
            <a:custGeom>
              <a:avLst/>
              <a:gdLst/>
              <a:ahLst/>
              <a:cxnLst/>
              <a:rect r="r" b="b" t="t" l="l"/>
              <a:pathLst>
                <a:path h="2472182" w="5398262">
                  <a:moveTo>
                    <a:pt x="0" y="197739"/>
                  </a:moveTo>
                  <a:cubicBezTo>
                    <a:pt x="0" y="88519"/>
                    <a:pt x="88519" y="0"/>
                    <a:pt x="197739" y="0"/>
                  </a:cubicBezTo>
                  <a:lnTo>
                    <a:pt x="5200523" y="0"/>
                  </a:lnTo>
                  <a:cubicBezTo>
                    <a:pt x="5309743" y="0"/>
                    <a:pt x="5398262" y="88519"/>
                    <a:pt x="5398262" y="197739"/>
                  </a:cubicBezTo>
                  <a:lnTo>
                    <a:pt x="5398262" y="2274443"/>
                  </a:lnTo>
                  <a:cubicBezTo>
                    <a:pt x="5398262" y="2383663"/>
                    <a:pt x="5309743" y="2472182"/>
                    <a:pt x="5200523" y="2472182"/>
                  </a:cubicBezTo>
                  <a:lnTo>
                    <a:pt x="197739" y="2472182"/>
                  </a:lnTo>
                  <a:cubicBezTo>
                    <a:pt x="88519" y="2472309"/>
                    <a:pt x="0" y="2383663"/>
                    <a:pt x="0" y="2274443"/>
                  </a:cubicBezTo>
                  <a:close/>
                </a:path>
              </a:pathLst>
            </a:custGeom>
            <a:solidFill>
              <a:srgbClr val="C55A11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08703" y="2438762"/>
            <a:ext cx="3730752" cy="1316736"/>
            <a:chOff x="0" y="0"/>
            <a:chExt cx="4974336" cy="17556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974336" cy="1755648"/>
            </a:xfrm>
            <a:custGeom>
              <a:avLst/>
              <a:gdLst/>
              <a:ahLst/>
              <a:cxnLst/>
              <a:rect r="r" b="b" t="t" l="l"/>
              <a:pathLst>
                <a:path h="1755648" w="4974336">
                  <a:moveTo>
                    <a:pt x="0" y="0"/>
                  </a:moveTo>
                  <a:lnTo>
                    <a:pt x="4974336" y="0"/>
                  </a:lnTo>
                  <a:lnTo>
                    <a:pt x="4974336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974336" cy="1803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Capteurs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I0.0 – I1.1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08703" y="3645770"/>
            <a:ext cx="3730752" cy="475488"/>
            <a:chOff x="0" y="0"/>
            <a:chExt cx="4974336" cy="6339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74336" cy="633984"/>
            </a:xfrm>
            <a:custGeom>
              <a:avLst/>
              <a:gdLst/>
              <a:ahLst/>
              <a:cxnLst/>
              <a:rect r="r" b="b" t="t" l="l"/>
              <a:pathLst>
                <a:path h="633984" w="4974336">
                  <a:moveTo>
                    <a:pt x="0" y="0"/>
                  </a:moveTo>
                  <a:lnTo>
                    <a:pt x="4974336" y="0"/>
                  </a:lnTo>
                  <a:lnTo>
                    <a:pt x="4974336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882" r="0" b="-10288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974336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24V DC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49702" y="6010513"/>
            <a:ext cx="4048763" cy="1854203"/>
            <a:chOff x="0" y="0"/>
            <a:chExt cx="5398351" cy="247227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98262" cy="2472182"/>
            </a:xfrm>
            <a:custGeom>
              <a:avLst/>
              <a:gdLst/>
              <a:ahLst/>
              <a:cxnLst/>
              <a:rect r="r" b="b" t="t" l="l"/>
              <a:pathLst>
                <a:path h="2472182" w="5398262">
                  <a:moveTo>
                    <a:pt x="0" y="197739"/>
                  </a:moveTo>
                  <a:cubicBezTo>
                    <a:pt x="0" y="88519"/>
                    <a:pt x="88519" y="0"/>
                    <a:pt x="197739" y="0"/>
                  </a:cubicBezTo>
                  <a:lnTo>
                    <a:pt x="5200523" y="0"/>
                  </a:lnTo>
                  <a:cubicBezTo>
                    <a:pt x="5309743" y="0"/>
                    <a:pt x="5398262" y="88519"/>
                    <a:pt x="5398262" y="197739"/>
                  </a:cubicBezTo>
                  <a:lnTo>
                    <a:pt x="5398262" y="2274443"/>
                  </a:lnTo>
                  <a:cubicBezTo>
                    <a:pt x="5398262" y="2383663"/>
                    <a:pt x="5309743" y="2472182"/>
                    <a:pt x="5200523" y="2472182"/>
                  </a:cubicBezTo>
                  <a:lnTo>
                    <a:pt x="197739" y="2472182"/>
                  </a:lnTo>
                  <a:cubicBezTo>
                    <a:pt x="88519" y="2472309"/>
                    <a:pt x="0" y="2383663"/>
                    <a:pt x="0" y="2274443"/>
                  </a:cubicBezTo>
                  <a:close/>
                </a:path>
              </a:pathLst>
            </a:custGeom>
            <a:solidFill>
              <a:srgbClr val="C55A11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508703" y="6096362"/>
            <a:ext cx="3730752" cy="1316736"/>
            <a:chOff x="0" y="0"/>
            <a:chExt cx="4974336" cy="17556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74336" cy="1755648"/>
            </a:xfrm>
            <a:custGeom>
              <a:avLst/>
              <a:gdLst/>
              <a:ahLst/>
              <a:cxnLst/>
              <a:rect r="r" b="b" t="t" l="l"/>
              <a:pathLst>
                <a:path h="1755648" w="4974336">
                  <a:moveTo>
                    <a:pt x="0" y="0"/>
                  </a:moveTo>
                  <a:lnTo>
                    <a:pt x="4974336" y="0"/>
                  </a:lnTo>
                  <a:lnTo>
                    <a:pt x="4974336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4974336" cy="1803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IHM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Boutons+Voyants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08703" y="7303370"/>
            <a:ext cx="3730752" cy="475488"/>
            <a:chOff x="0" y="0"/>
            <a:chExt cx="4974336" cy="6339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74336" cy="633984"/>
            </a:xfrm>
            <a:custGeom>
              <a:avLst/>
              <a:gdLst/>
              <a:ahLst/>
              <a:cxnLst/>
              <a:rect r="r" b="b" t="t" l="l"/>
              <a:pathLst>
                <a:path h="633984" w="4974336">
                  <a:moveTo>
                    <a:pt x="0" y="0"/>
                  </a:moveTo>
                  <a:lnTo>
                    <a:pt x="4974336" y="0"/>
                  </a:lnTo>
                  <a:lnTo>
                    <a:pt x="4974336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882" r="0" b="-10288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974336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Q0.4/Q0.5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776493" y="2976186"/>
            <a:ext cx="3986316" cy="1924885"/>
            <a:chOff x="0" y="0"/>
            <a:chExt cx="6129871" cy="295995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129909" cy="2959989"/>
            </a:xfrm>
            <a:custGeom>
              <a:avLst/>
              <a:gdLst/>
              <a:ahLst/>
              <a:cxnLst/>
              <a:rect r="r" b="b" t="t" l="l"/>
              <a:pathLst>
                <a:path h="2959989" w="6129909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5932551" y="0"/>
                  </a:lnTo>
                  <a:cubicBezTo>
                    <a:pt x="6041517" y="0"/>
                    <a:pt x="6129909" y="88392"/>
                    <a:pt x="6129909" y="197358"/>
                  </a:cubicBezTo>
                  <a:lnTo>
                    <a:pt x="6129909" y="2762631"/>
                  </a:lnTo>
                  <a:cubicBezTo>
                    <a:pt x="6129909" y="2871597"/>
                    <a:pt x="6041517" y="2959989"/>
                    <a:pt x="5932551" y="2959989"/>
                  </a:cubicBezTo>
                  <a:lnTo>
                    <a:pt x="197358" y="2959989"/>
                  </a:lnTo>
                  <a:cubicBezTo>
                    <a:pt x="88392" y="2959989"/>
                    <a:pt x="0" y="2871597"/>
                    <a:pt x="0" y="2762631"/>
                  </a:cubicBezTo>
                  <a:close/>
                </a:path>
              </a:pathLst>
            </a:custGeom>
            <a:solidFill>
              <a:srgbClr val="2E75B6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7914360" y="3050624"/>
            <a:ext cx="3710575" cy="1458858"/>
            <a:chOff x="0" y="0"/>
            <a:chExt cx="5705856" cy="224332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05856" cy="2243328"/>
            </a:xfrm>
            <a:custGeom>
              <a:avLst/>
              <a:gdLst/>
              <a:ahLst/>
              <a:cxnLst/>
              <a:rect r="r" b="b" t="t" l="l"/>
              <a:pathLst>
                <a:path h="2243328" w="5705856">
                  <a:moveTo>
                    <a:pt x="0" y="0"/>
                  </a:moveTo>
                  <a:lnTo>
                    <a:pt x="5705856" y="0"/>
                  </a:lnTo>
                  <a:lnTo>
                    <a:pt x="5705856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44" t="0" r="-444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5705856" cy="22909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API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Siemens S7-1200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914360" y="4414340"/>
            <a:ext cx="3710575" cy="412286"/>
            <a:chOff x="0" y="0"/>
            <a:chExt cx="5705856" cy="6339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705856" cy="633984"/>
            </a:xfrm>
            <a:custGeom>
              <a:avLst/>
              <a:gdLst/>
              <a:ahLst/>
              <a:cxnLst/>
              <a:rect r="r" b="b" t="t" l="l"/>
              <a:pathLst>
                <a:path h="633984" w="5705856">
                  <a:moveTo>
                    <a:pt x="0" y="0"/>
                  </a:moveTo>
                  <a:lnTo>
                    <a:pt x="5705856" y="0"/>
                  </a:lnTo>
                  <a:lnTo>
                    <a:pt x="5705856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5705856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TIA Portal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692212" y="2976186"/>
            <a:ext cx="3510601" cy="1924885"/>
            <a:chOff x="0" y="0"/>
            <a:chExt cx="5398351" cy="295995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398389" cy="2959989"/>
            </a:xfrm>
            <a:custGeom>
              <a:avLst/>
              <a:gdLst/>
              <a:ahLst/>
              <a:cxnLst/>
              <a:rect r="r" b="b" t="t" l="l"/>
              <a:pathLst>
                <a:path h="2959989" w="5398389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5201031" y="0"/>
                  </a:lnTo>
                  <a:cubicBezTo>
                    <a:pt x="5309997" y="0"/>
                    <a:pt x="5398389" y="88392"/>
                    <a:pt x="5398389" y="197358"/>
                  </a:cubicBezTo>
                  <a:lnTo>
                    <a:pt x="5398389" y="2762631"/>
                  </a:lnTo>
                  <a:cubicBezTo>
                    <a:pt x="5398389" y="2871597"/>
                    <a:pt x="5309997" y="2959989"/>
                    <a:pt x="5201031" y="2959989"/>
                  </a:cubicBezTo>
                  <a:lnTo>
                    <a:pt x="197358" y="2959989"/>
                  </a:lnTo>
                  <a:cubicBezTo>
                    <a:pt x="88392" y="2959989"/>
                    <a:pt x="0" y="2871597"/>
                    <a:pt x="0" y="2762631"/>
                  </a:cubicBez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2830078" y="3050624"/>
            <a:ext cx="3234860" cy="1458858"/>
            <a:chOff x="0" y="0"/>
            <a:chExt cx="4974336" cy="224332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974336" cy="2243328"/>
            </a:xfrm>
            <a:custGeom>
              <a:avLst/>
              <a:gdLst/>
              <a:ahLst/>
              <a:cxnLst/>
              <a:rect r="r" b="b" t="t" l="l"/>
              <a:pathLst>
                <a:path h="2243328" w="4974336">
                  <a:moveTo>
                    <a:pt x="0" y="0"/>
                  </a:moveTo>
                  <a:lnTo>
                    <a:pt x="4974336" y="0"/>
                  </a:lnTo>
                  <a:lnTo>
                    <a:pt x="4974336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62" t="0" r="-7862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4974336" cy="22909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Contrôleur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KRC4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830078" y="4414340"/>
            <a:ext cx="3234860" cy="412286"/>
            <a:chOff x="0" y="0"/>
            <a:chExt cx="4974336" cy="63398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974336" cy="633984"/>
            </a:xfrm>
            <a:custGeom>
              <a:avLst/>
              <a:gdLst/>
              <a:ahLst/>
              <a:cxnLst/>
              <a:rect r="r" b="b" t="t" l="l"/>
              <a:pathLst>
                <a:path h="633984" w="4974336">
                  <a:moveTo>
                    <a:pt x="0" y="0"/>
                  </a:moveTo>
                  <a:lnTo>
                    <a:pt x="4974336" y="0"/>
                  </a:lnTo>
                  <a:lnTo>
                    <a:pt x="4974336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882" r="0" b="-10288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4974336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KUKA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5863644" y="1549042"/>
            <a:ext cx="2162743" cy="1607742"/>
            <a:chOff x="0" y="0"/>
            <a:chExt cx="3325711" cy="247227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325622" cy="2472182"/>
            </a:xfrm>
            <a:custGeom>
              <a:avLst/>
              <a:gdLst/>
              <a:ahLst/>
              <a:cxnLst/>
              <a:rect r="r" b="b" t="t" l="l"/>
              <a:pathLst>
                <a:path h="2472182" w="3325622">
                  <a:moveTo>
                    <a:pt x="0" y="197739"/>
                  </a:moveTo>
                  <a:cubicBezTo>
                    <a:pt x="0" y="88519"/>
                    <a:pt x="88519" y="0"/>
                    <a:pt x="197739" y="0"/>
                  </a:cubicBezTo>
                  <a:lnTo>
                    <a:pt x="3127883" y="0"/>
                  </a:lnTo>
                  <a:cubicBezTo>
                    <a:pt x="3237103" y="0"/>
                    <a:pt x="3325622" y="88519"/>
                    <a:pt x="3325622" y="197739"/>
                  </a:cubicBezTo>
                  <a:lnTo>
                    <a:pt x="3325622" y="2274443"/>
                  </a:lnTo>
                  <a:cubicBezTo>
                    <a:pt x="3325622" y="2383663"/>
                    <a:pt x="3237103" y="2472182"/>
                    <a:pt x="3127883" y="2472182"/>
                  </a:cubicBezTo>
                  <a:lnTo>
                    <a:pt x="197739" y="2472182"/>
                  </a:lnTo>
                  <a:cubicBezTo>
                    <a:pt x="88519" y="2472309"/>
                    <a:pt x="0" y="2383663"/>
                    <a:pt x="0" y="2274443"/>
                  </a:cubicBezTo>
                  <a:close/>
                </a:path>
              </a:pathLst>
            </a:custGeom>
            <a:solidFill>
              <a:srgbClr val="375623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6001510" y="1623480"/>
            <a:ext cx="1887002" cy="1141715"/>
            <a:chOff x="0" y="0"/>
            <a:chExt cx="2901696" cy="175564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901696" cy="1755648"/>
            </a:xfrm>
            <a:custGeom>
              <a:avLst/>
              <a:gdLst/>
              <a:ahLst/>
              <a:cxnLst/>
              <a:rect r="r" b="b" t="t" l="l"/>
              <a:pathLst>
                <a:path h="1755648" w="2901696">
                  <a:moveTo>
                    <a:pt x="0" y="0"/>
                  </a:moveTo>
                  <a:lnTo>
                    <a:pt x="2901696" y="0"/>
                  </a:lnTo>
                  <a:lnTo>
                    <a:pt x="2901696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629" t="0" r="-27629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2901696" cy="1803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Robot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KUKA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6001510" y="2670052"/>
            <a:ext cx="1887002" cy="412286"/>
            <a:chOff x="0" y="0"/>
            <a:chExt cx="2901696" cy="63398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901696" cy="633984"/>
            </a:xfrm>
            <a:custGeom>
              <a:avLst/>
              <a:gdLst/>
              <a:ahLst/>
              <a:cxnLst/>
              <a:rect r="r" b="b" t="t" l="l"/>
              <a:pathLst>
                <a:path h="633984" w="2901696">
                  <a:moveTo>
                    <a:pt x="0" y="0"/>
                  </a:moveTo>
                  <a:lnTo>
                    <a:pt x="2901696" y="0"/>
                  </a:lnTo>
                  <a:lnTo>
                    <a:pt x="2901696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181" r="0" b="-3918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901696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 axes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776493" y="6147618"/>
            <a:ext cx="3986316" cy="1449171"/>
            <a:chOff x="0" y="0"/>
            <a:chExt cx="6129871" cy="222843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129909" cy="2228469"/>
            </a:xfrm>
            <a:custGeom>
              <a:avLst/>
              <a:gdLst/>
              <a:ahLst/>
              <a:cxnLst/>
              <a:rect r="r" b="b" t="t" l="l"/>
              <a:pathLst>
                <a:path h="2228469" w="6129909">
                  <a:moveTo>
                    <a:pt x="0" y="198120"/>
                  </a:moveTo>
                  <a:cubicBezTo>
                    <a:pt x="0" y="88646"/>
                    <a:pt x="88646" y="0"/>
                    <a:pt x="198120" y="0"/>
                  </a:cubicBezTo>
                  <a:lnTo>
                    <a:pt x="5931789" y="0"/>
                  </a:lnTo>
                  <a:cubicBezTo>
                    <a:pt x="6041136" y="0"/>
                    <a:pt x="6129909" y="88646"/>
                    <a:pt x="6129909" y="198120"/>
                  </a:cubicBezTo>
                  <a:lnTo>
                    <a:pt x="6129909" y="2030349"/>
                  </a:lnTo>
                  <a:cubicBezTo>
                    <a:pt x="6129909" y="2139696"/>
                    <a:pt x="6041263" y="2228469"/>
                    <a:pt x="5931789" y="2228469"/>
                  </a:cubicBezTo>
                  <a:lnTo>
                    <a:pt x="198120" y="2228469"/>
                  </a:lnTo>
                  <a:cubicBezTo>
                    <a:pt x="88773" y="2228469"/>
                    <a:pt x="0" y="2139823"/>
                    <a:pt x="0" y="2030349"/>
                  </a:cubicBezTo>
                  <a:close/>
                </a:path>
              </a:pathLst>
            </a:custGeom>
            <a:solidFill>
              <a:srgbClr val="555555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7914360" y="6222056"/>
            <a:ext cx="3710575" cy="983144"/>
            <a:chOff x="0" y="0"/>
            <a:chExt cx="5705856" cy="151180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705856" cy="1511808"/>
            </a:xfrm>
            <a:custGeom>
              <a:avLst/>
              <a:gdLst/>
              <a:ahLst/>
              <a:cxnLst/>
              <a:rect r="r" b="b" t="t" l="l"/>
              <a:pathLst>
                <a:path h="1511808" w="5705856">
                  <a:moveTo>
                    <a:pt x="0" y="0"/>
                  </a:moveTo>
                  <a:lnTo>
                    <a:pt x="5705856" y="0"/>
                  </a:lnTo>
                  <a:lnTo>
                    <a:pt x="5705856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40" r="0" b="-2354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5705856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Convoyeur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914360" y="7110056"/>
            <a:ext cx="3710575" cy="412286"/>
            <a:chOff x="0" y="0"/>
            <a:chExt cx="5705856" cy="63398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705856" cy="633984"/>
            </a:xfrm>
            <a:custGeom>
              <a:avLst/>
              <a:gdLst/>
              <a:ahLst/>
              <a:cxnLst/>
              <a:rect r="r" b="b" t="t" l="l"/>
              <a:pathLst>
                <a:path h="633984" w="5705856">
                  <a:moveTo>
                    <a:pt x="0" y="0"/>
                  </a:moveTo>
                  <a:lnTo>
                    <a:pt x="5705856" y="0"/>
                  </a:lnTo>
                  <a:lnTo>
                    <a:pt x="5705856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5705856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Moteur+VFD / Q0.0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692212" y="6147618"/>
            <a:ext cx="3510601" cy="1449171"/>
            <a:chOff x="0" y="0"/>
            <a:chExt cx="5398351" cy="222843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398389" cy="2228469"/>
            </a:xfrm>
            <a:custGeom>
              <a:avLst/>
              <a:gdLst/>
              <a:ahLst/>
              <a:cxnLst/>
              <a:rect r="r" b="b" t="t" l="l"/>
              <a:pathLst>
                <a:path h="2228469" w="5398389">
                  <a:moveTo>
                    <a:pt x="0" y="198120"/>
                  </a:moveTo>
                  <a:cubicBezTo>
                    <a:pt x="0" y="88646"/>
                    <a:pt x="88646" y="0"/>
                    <a:pt x="198120" y="0"/>
                  </a:cubicBezTo>
                  <a:lnTo>
                    <a:pt x="5200269" y="0"/>
                  </a:lnTo>
                  <a:cubicBezTo>
                    <a:pt x="5309616" y="0"/>
                    <a:pt x="5398389" y="88646"/>
                    <a:pt x="5398389" y="198120"/>
                  </a:cubicBezTo>
                  <a:lnTo>
                    <a:pt x="5398389" y="2030349"/>
                  </a:lnTo>
                  <a:cubicBezTo>
                    <a:pt x="5398389" y="2139696"/>
                    <a:pt x="5309743" y="2228469"/>
                    <a:pt x="5200269" y="2228469"/>
                  </a:cubicBezTo>
                  <a:lnTo>
                    <a:pt x="198120" y="2228469"/>
                  </a:lnTo>
                  <a:cubicBezTo>
                    <a:pt x="88773" y="2228469"/>
                    <a:pt x="0" y="2139823"/>
                    <a:pt x="0" y="2030349"/>
                  </a:cubicBezTo>
                  <a:close/>
                </a:path>
              </a:pathLst>
            </a:custGeom>
            <a:solidFill>
              <a:srgbClr val="555555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2830078" y="6222056"/>
            <a:ext cx="3234860" cy="983144"/>
            <a:chOff x="0" y="0"/>
            <a:chExt cx="4974336" cy="151180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974336" cy="1511808"/>
            </a:xfrm>
            <a:custGeom>
              <a:avLst/>
              <a:gdLst/>
              <a:ahLst/>
              <a:cxnLst/>
              <a:rect r="r" b="b" t="t" l="l"/>
              <a:pathLst>
                <a:path h="1511808" w="4974336">
                  <a:moveTo>
                    <a:pt x="0" y="0"/>
                  </a:moveTo>
                  <a:lnTo>
                    <a:pt x="4974336" y="0"/>
                  </a:lnTo>
                  <a:lnTo>
                    <a:pt x="4974336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12" r="0" b="-1411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4974336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Vérin Pneum.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830078" y="7110056"/>
            <a:ext cx="3234860" cy="412286"/>
            <a:chOff x="0" y="0"/>
            <a:chExt cx="4974336" cy="63398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974336" cy="633984"/>
            </a:xfrm>
            <a:custGeom>
              <a:avLst/>
              <a:gdLst/>
              <a:ahLst/>
              <a:cxnLst/>
              <a:rect r="r" b="b" t="t" l="l"/>
              <a:pathLst>
                <a:path h="633984" w="4974336">
                  <a:moveTo>
                    <a:pt x="0" y="0"/>
                  </a:moveTo>
                  <a:lnTo>
                    <a:pt x="4974336" y="0"/>
                  </a:lnTo>
                  <a:lnTo>
                    <a:pt x="4974336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882" r="0" b="-102882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4974336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YV1/YV2 Q0.2/Q0.3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1729765" y="3916598"/>
            <a:ext cx="995474" cy="45631"/>
            <a:chOff x="0" y="0"/>
            <a:chExt cx="1530769" cy="7016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530731" cy="70231"/>
            </a:xfrm>
            <a:custGeom>
              <a:avLst/>
              <a:gdLst/>
              <a:ahLst/>
              <a:cxnLst/>
              <a:rect r="r" b="b" t="t" l="l"/>
              <a:pathLst>
                <a:path h="70231" w="1530731">
                  <a:moveTo>
                    <a:pt x="0" y="0"/>
                  </a:moveTo>
                  <a:lnTo>
                    <a:pt x="1530731" y="7023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374745" r="-2" b="-374654"/>
              </a:stretch>
            </a:blipFill>
            <a:ln w="508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9747621" y="4868028"/>
            <a:ext cx="45631" cy="1312617"/>
            <a:chOff x="0" y="0"/>
            <a:chExt cx="70168" cy="201844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0231" cy="2018411"/>
            </a:xfrm>
            <a:custGeom>
              <a:avLst/>
              <a:gdLst/>
              <a:ahLst/>
              <a:cxnLst/>
              <a:rect r="r" b="b" t="t" l="l"/>
              <a:pathLst>
                <a:path h="2018411" w="70231">
                  <a:moveTo>
                    <a:pt x="0" y="0"/>
                  </a:moveTo>
                  <a:lnTo>
                    <a:pt x="70231" y="201841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3637508" t="0" r="-3637417" b="-1"/>
              </a:stretch>
            </a:blipFill>
            <a:ln w="508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4425482" y="4868028"/>
            <a:ext cx="45631" cy="1312617"/>
            <a:chOff x="0" y="0"/>
            <a:chExt cx="70168" cy="201844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0231" cy="2018411"/>
            </a:xfrm>
            <a:custGeom>
              <a:avLst/>
              <a:gdLst/>
              <a:ahLst/>
              <a:cxnLst/>
              <a:rect r="r" b="b" t="t" l="l"/>
              <a:pathLst>
                <a:path h="2018411" w="70231">
                  <a:moveTo>
                    <a:pt x="0" y="0"/>
                  </a:moveTo>
                  <a:lnTo>
                    <a:pt x="70231" y="201841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3637508" t="0" r="-3637417" b="-1"/>
              </a:stretch>
            </a:blipFill>
            <a:ln w="508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0789353" y="3531187"/>
            <a:ext cx="2717743" cy="577027"/>
            <a:chOff x="0" y="0"/>
            <a:chExt cx="4179151" cy="88731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179189" cy="887349"/>
            </a:xfrm>
            <a:custGeom>
              <a:avLst/>
              <a:gdLst/>
              <a:ahLst/>
              <a:cxnLst/>
              <a:rect r="r" b="b" t="t" l="l"/>
              <a:pathLst>
                <a:path h="887349" w="4179189">
                  <a:moveTo>
                    <a:pt x="0" y="0"/>
                  </a:moveTo>
                  <a:lnTo>
                    <a:pt x="4179189" y="0"/>
                  </a:lnTo>
                  <a:lnTo>
                    <a:pt x="4179189" y="887349"/>
                  </a:lnTo>
                  <a:lnTo>
                    <a:pt x="0" y="887349"/>
                  </a:lnTo>
                  <a:close/>
                </a:path>
              </a:pathLst>
            </a:custGeom>
            <a:solidFill>
              <a:srgbClr val="C55A11"/>
            </a:solidFill>
            <a:ln w="25400" cap="sq">
              <a:solidFill>
                <a:srgbClr val="C55A11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10800362" y="3542196"/>
            <a:ext cx="2695717" cy="555001"/>
            <a:chOff x="0" y="0"/>
            <a:chExt cx="4145280" cy="8534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145280" cy="853440"/>
            </a:xfrm>
            <a:custGeom>
              <a:avLst/>
              <a:gdLst/>
              <a:ahLst/>
              <a:cxnLst/>
              <a:rect r="r" b="b" t="t" l="l"/>
              <a:pathLst>
                <a:path h="8534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41" r="0" b="-44641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145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PROFINET IO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548640" y="9326880"/>
            <a:ext cx="17190720" cy="694944"/>
            <a:chOff x="0" y="0"/>
            <a:chExt cx="22920960" cy="92659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2920961" cy="926592"/>
            </a:xfrm>
            <a:custGeom>
              <a:avLst/>
              <a:gdLst/>
              <a:ahLst/>
              <a:cxnLst/>
              <a:rect r="r" b="b" t="t" l="l"/>
              <a:pathLst>
                <a:path h="92659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1998" r="0" b="-431998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2292096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 E/S numériques   ·   1 port PROFINET 100 Mbit/s   ·   Cycle communication : 8 ms</a:t>
              </a:r>
            </a:p>
          </p:txBody>
        </p:sp>
      </p:grpSp>
      <p:sp>
        <p:nvSpPr>
          <p:cNvPr name="Freeform 77" id="77"/>
          <p:cNvSpPr/>
          <p:nvPr/>
        </p:nvSpPr>
        <p:spPr>
          <a:xfrm flipH="false" flipV="false" rot="0">
            <a:off x="4665165" y="2659029"/>
            <a:ext cx="2847989" cy="5063091"/>
          </a:xfrm>
          <a:custGeom>
            <a:avLst/>
            <a:gdLst/>
            <a:ahLst/>
            <a:cxnLst/>
            <a:rect r="r" b="b" t="t" l="l"/>
            <a:pathLst>
              <a:path h="5063091" w="2847989">
                <a:moveTo>
                  <a:pt x="0" y="0"/>
                </a:moveTo>
                <a:lnTo>
                  <a:pt x="2847989" y="0"/>
                </a:lnTo>
                <a:lnTo>
                  <a:pt x="2847989" y="5063091"/>
                </a:lnTo>
                <a:lnTo>
                  <a:pt x="0" y="50630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789557"/>
            </a:xfrm>
            <a:custGeom>
              <a:avLst/>
              <a:gdLst/>
              <a:ahLst/>
              <a:cxnLst/>
              <a:rect r="r" b="b" t="t" l="l"/>
              <a:pathLst>
                <a:path h="178955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548640" y="0"/>
            <a:ext cx="17190720" cy="1316736"/>
            <a:chOff x="0" y="0"/>
            <a:chExt cx="22920960" cy="17556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920961" cy="1755648"/>
            </a:xfrm>
            <a:custGeom>
              <a:avLst/>
              <a:gdLst/>
              <a:ahLst/>
              <a:cxnLst/>
              <a:rect r="r" b="b" t="t" l="l"/>
              <a:pathLst>
                <a:path h="175564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387" r="0" b="-20438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920960" cy="18318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— Table des Entrées / Sorties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65760" y="1499616"/>
            <a:ext cx="8321040" cy="658368"/>
            <a:chOff x="0" y="0"/>
            <a:chExt cx="11094720" cy="8778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094720" cy="877824"/>
            </a:xfrm>
            <a:custGeom>
              <a:avLst/>
              <a:gdLst/>
              <a:ahLst/>
              <a:cxnLst/>
              <a:rect r="r" b="b" t="t" l="l"/>
              <a:pathLst>
                <a:path h="87782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269" r="0" b="-19626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109472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ENTRÉES NUMÉRIQUES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53063" y="2145287"/>
            <a:ext cx="8346443" cy="683771"/>
            <a:chOff x="0" y="0"/>
            <a:chExt cx="11128591" cy="91169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128629" cy="911733"/>
            </a:xfrm>
            <a:custGeom>
              <a:avLst/>
              <a:gdLst/>
              <a:ahLst/>
              <a:cxnLst/>
              <a:rect r="r" b="b" t="t" l="l"/>
              <a:pathLst>
                <a:path h="911733" w="11128629">
                  <a:moveTo>
                    <a:pt x="0" y="0"/>
                  </a:moveTo>
                  <a:lnTo>
                    <a:pt x="11128629" y="0"/>
                  </a:lnTo>
                  <a:lnTo>
                    <a:pt x="11128629" y="911733"/>
                  </a:lnTo>
                  <a:lnTo>
                    <a:pt x="0" y="911733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457200" y="2157984"/>
            <a:ext cx="8138160" cy="658368"/>
            <a:chOff x="0" y="0"/>
            <a:chExt cx="10850880" cy="87782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850880" cy="877824"/>
            </a:xfrm>
            <a:custGeom>
              <a:avLst/>
              <a:gdLst/>
              <a:ahLst/>
              <a:cxnLst/>
              <a:rect r="r" b="b" t="t" l="l"/>
              <a:pathLst>
                <a:path h="877824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856" r="0" b="-19085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85088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Adresse   Désignation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53063" y="2803655"/>
            <a:ext cx="8346443" cy="702059"/>
            <a:chOff x="0" y="0"/>
            <a:chExt cx="11128591" cy="93607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128629" cy="936117"/>
            </a:xfrm>
            <a:custGeom>
              <a:avLst/>
              <a:gdLst/>
              <a:ahLst/>
              <a:cxnLst/>
              <a:rect r="r" b="b" t="t" l="l"/>
              <a:pathLst>
                <a:path h="936117" w="11128629">
                  <a:moveTo>
                    <a:pt x="0" y="0"/>
                  </a:moveTo>
                  <a:lnTo>
                    <a:pt x="11128629" y="0"/>
                  </a:lnTo>
                  <a:lnTo>
                    <a:pt x="11128629" y="936117"/>
                  </a:lnTo>
                  <a:lnTo>
                    <a:pt x="0" y="936117"/>
                  </a:lnTo>
                  <a:close/>
                </a:path>
              </a:pathLst>
            </a:custGeom>
            <a:solidFill>
              <a:srgbClr val="D6E4F0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457200" y="2816352"/>
            <a:ext cx="1554480" cy="676656"/>
            <a:chOff x="0" y="0"/>
            <a:chExt cx="2072640" cy="90220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72640" cy="902208"/>
            </a:xfrm>
            <a:custGeom>
              <a:avLst/>
              <a:gdLst/>
              <a:ahLst/>
              <a:cxnLst/>
              <a:rect r="r" b="b" t="t" l="l"/>
              <a:pathLst>
                <a:path h="902208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49" t="0" r="-5849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07264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E75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I0.0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011680" y="2816352"/>
            <a:ext cx="6492240" cy="676656"/>
            <a:chOff x="0" y="0"/>
            <a:chExt cx="8656320" cy="9022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656320" cy="902208"/>
            </a:xfrm>
            <a:custGeom>
              <a:avLst/>
              <a:gdLst/>
              <a:ahLst/>
              <a:cxnLst/>
              <a:rect r="r" b="b" t="t" l="l"/>
              <a:pathLst>
                <a:path h="902208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51" r="0" b="-13695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865632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Bouton Marche (NO)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53063" y="3498599"/>
            <a:ext cx="8346443" cy="702059"/>
            <a:chOff x="0" y="0"/>
            <a:chExt cx="11128591" cy="93607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128629" cy="936117"/>
            </a:xfrm>
            <a:custGeom>
              <a:avLst/>
              <a:gdLst/>
              <a:ahLst/>
              <a:cxnLst/>
              <a:rect r="r" b="b" t="t" l="l"/>
              <a:pathLst>
                <a:path h="936117" w="11128629">
                  <a:moveTo>
                    <a:pt x="0" y="0"/>
                  </a:moveTo>
                  <a:lnTo>
                    <a:pt x="11128629" y="0"/>
                  </a:lnTo>
                  <a:lnTo>
                    <a:pt x="11128629" y="936117"/>
                  </a:lnTo>
                  <a:lnTo>
                    <a:pt x="0" y="93611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457200" y="3511296"/>
            <a:ext cx="1554480" cy="676656"/>
            <a:chOff x="0" y="0"/>
            <a:chExt cx="2072640" cy="90220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72640" cy="902208"/>
            </a:xfrm>
            <a:custGeom>
              <a:avLst/>
              <a:gdLst/>
              <a:ahLst/>
              <a:cxnLst/>
              <a:rect r="r" b="b" t="t" l="l"/>
              <a:pathLst>
                <a:path h="902208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49" t="0" r="-5849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207264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E75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I0.1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011680" y="3511296"/>
            <a:ext cx="6492240" cy="676656"/>
            <a:chOff x="0" y="0"/>
            <a:chExt cx="8656320" cy="90220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656320" cy="902208"/>
            </a:xfrm>
            <a:custGeom>
              <a:avLst/>
              <a:gdLst/>
              <a:ahLst/>
              <a:cxnLst/>
              <a:rect r="r" b="b" t="t" l="l"/>
              <a:pathLst>
                <a:path h="902208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51" r="0" b="-13695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865632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Bouton Arrêt (NF)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53063" y="4193543"/>
            <a:ext cx="8346443" cy="702059"/>
            <a:chOff x="0" y="0"/>
            <a:chExt cx="11128591" cy="93607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128629" cy="936117"/>
            </a:xfrm>
            <a:custGeom>
              <a:avLst/>
              <a:gdLst/>
              <a:ahLst/>
              <a:cxnLst/>
              <a:rect r="r" b="b" t="t" l="l"/>
              <a:pathLst>
                <a:path h="936117" w="11128629">
                  <a:moveTo>
                    <a:pt x="0" y="0"/>
                  </a:moveTo>
                  <a:lnTo>
                    <a:pt x="11128629" y="0"/>
                  </a:lnTo>
                  <a:lnTo>
                    <a:pt x="11128629" y="936117"/>
                  </a:lnTo>
                  <a:lnTo>
                    <a:pt x="0" y="936117"/>
                  </a:lnTo>
                  <a:close/>
                </a:path>
              </a:pathLst>
            </a:custGeom>
            <a:solidFill>
              <a:srgbClr val="D6E4F0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457200" y="4206240"/>
            <a:ext cx="1554480" cy="676656"/>
            <a:chOff x="0" y="0"/>
            <a:chExt cx="2072640" cy="90220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072640" cy="902208"/>
            </a:xfrm>
            <a:custGeom>
              <a:avLst/>
              <a:gdLst/>
              <a:ahLst/>
              <a:cxnLst/>
              <a:rect r="r" b="b" t="t" l="l"/>
              <a:pathLst>
                <a:path h="902208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49" t="0" r="-5849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207264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E75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I0.2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011680" y="4206240"/>
            <a:ext cx="6492240" cy="676656"/>
            <a:chOff x="0" y="0"/>
            <a:chExt cx="8656320" cy="90220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656320" cy="902208"/>
            </a:xfrm>
            <a:custGeom>
              <a:avLst/>
              <a:gdLst/>
              <a:ahLst/>
              <a:cxnLst/>
              <a:rect r="r" b="b" t="t" l="l"/>
              <a:pathLst>
                <a:path h="902208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51" r="0" b="-13695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865632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Capteur pièce PNP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353063" y="4888487"/>
            <a:ext cx="8346443" cy="702059"/>
            <a:chOff x="0" y="0"/>
            <a:chExt cx="11128591" cy="93607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128629" cy="936117"/>
            </a:xfrm>
            <a:custGeom>
              <a:avLst/>
              <a:gdLst/>
              <a:ahLst/>
              <a:cxnLst/>
              <a:rect r="r" b="b" t="t" l="l"/>
              <a:pathLst>
                <a:path h="936117" w="11128629">
                  <a:moveTo>
                    <a:pt x="0" y="0"/>
                  </a:moveTo>
                  <a:lnTo>
                    <a:pt x="11128629" y="0"/>
                  </a:lnTo>
                  <a:lnTo>
                    <a:pt x="11128629" y="936117"/>
                  </a:lnTo>
                  <a:lnTo>
                    <a:pt x="0" y="93611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457200" y="4901184"/>
            <a:ext cx="1554480" cy="676656"/>
            <a:chOff x="0" y="0"/>
            <a:chExt cx="2072640" cy="90220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072640" cy="902208"/>
            </a:xfrm>
            <a:custGeom>
              <a:avLst/>
              <a:gdLst/>
              <a:ahLst/>
              <a:cxnLst/>
              <a:rect r="r" b="b" t="t" l="l"/>
              <a:pathLst>
                <a:path h="902208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49" t="0" r="-5849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207264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E75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I0.3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011680" y="4901184"/>
            <a:ext cx="6492240" cy="676656"/>
            <a:chOff x="0" y="0"/>
            <a:chExt cx="8656320" cy="90220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656320" cy="902208"/>
            </a:xfrm>
            <a:custGeom>
              <a:avLst/>
              <a:gdLst/>
              <a:ahLst/>
              <a:cxnLst/>
              <a:rect r="r" b="b" t="t" l="l"/>
              <a:pathLst>
                <a:path h="902208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51" r="0" b="-13695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865632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Arrêt d'urgence E-Stop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353063" y="5583431"/>
            <a:ext cx="8346443" cy="702059"/>
            <a:chOff x="0" y="0"/>
            <a:chExt cx="11128591" cy="93607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128629" cy="936117"/>
            </a:xfrm>
            <a:custGeom>
              <a:avLst/>
              <a:gdLst/>
              <a:ahLst/>
              <a:cxnLst/>
              <a:rect r="r" b="b" t="t" l="l"/>
              <a:pathLst>
                <a:path h="936117" w="11128629">
                  <a:moveTo>
                    <a:pt x="0" y="0"/>
                  </a:moveTo>
                  <a:lnTo>
                    <a:pt x="11128629" y="0"/>
                  </a:lnTo>
                  <a:lnTo>
                    <a:pt x="11128629" y="936117"/>
                  </a:lnTo>
                  <a:lnTo>
                    <a:pt x="0" y="936117"/>
                  </a:lnTo>
                  <a:close/>
                </a:path>
              </a:pathLst>
            </a:custGeom>
            <a:solidFill>
              <a:srgbClr val="D6E4F0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457200" y="5596128"/>
            <a:ext cx="1554480" cy="676656"/>
            <a:chOff x="0" y="0"/>
            <a:chExt cx="2072640" cy="90220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072640" cy="902208"/>
            </a:xfrm>
            <a:custGeom>
              <a:avLst/>
              <a:gdLst/>
              <a:ahLst/>
              <a:cxnLst/>
              <a:rect r="r" b="b" t="t" l="l"/>
              <a:pathLst>
                <a:path h="902208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49" t="0" r="-5849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207264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E75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I0.4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2011680" y="5596128"/>
            <a:ext cx="6492240" cy="676656"/>
            <a:chOff x="0" y="0"/>
            <a:chExt cx="8656320" cy="90220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656320" cy="902208"/>
            </a:xfrm>
            <a:custGeom>
              <a:avLst/>
              <a:gdLst/>
              <a:ahLst/>
              <a:cxnLst/>
              <a:rect r="r" b="b" t="t" l="l"/>
              <a:pathLst>
                <a:path h="902208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51" r="0" b="-13695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865632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FDC Vérin +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353063" y="6278375"/>
            <a:ext cx="8346443" cy="702059"/>
            <a:chOff x="0" y="0"/>
            <a:chExt cx="11128591" cy="93607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128629" cy="936117"/>
            </a:xfrm>
            <a:custGeom>
              <a:avLst/>
              <a:gdLst/>
              <a:ahLst/>
              <a:cxnLst/>
              <a:rect r="r" b="b" t="t" l="l"/>
              <a:pathLst>
                <a:path h="936117" w="11128629">
                  <a:moveTo>
                    <a:pt x="0" y="0"/>
                  </a:moveTo>
                  <a:lnTo>
                    <a:pt x="11128629" y="0"/>
                  </a:lnTo>
                  <a:lnTo>
                    <a:pt x="11128629" y="936117"/>
                  </a:lnTo>
                  <a:lnTo>
                    <a:pt x="0" y="93611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457200" y="6291072"/>
            <a:ext cx="1554480" cy="676656"/>
            <a:chOff x="0" y="0"/>
            <a:chExt cx="2072640" cy="90220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072640" cy="902208"/>
            </a:xfrm>
            <a:custGeom>
              <a:avLst/>
              <a:gdLst/>
              <a:ahLst/>
              <a:cxnLst/>
              <a:rect r="r" b="b" t="t" l="l"/>
              <a:pathLst>
                <a:path h="902208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49" t="0" r="-5849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207264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E75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I0.5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2011680" y="6291072"/>
            <a:ext cx="6492240" cy="676656"/>
            <a:chOff x="0" y="0"/>
            <a:chExt cx="8656320" cy="90220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656320" cy="902208"/>
            </a:xfrm>
            <a:custGeom>
              <a:avLst/>
              <a:gdLst/>
              <a:ahLst/>
              <a:cxnLst/>
              <a:rect r="r" b="b" t="t" l="l"/>
              <a:pathLst>
                <a:path h="902208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51" r="0" b="-136951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865632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FDC Vérin −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353063" y="6973319"/>
            <a:ext cx="8346443" cy="702059"/>
            <a:chOff x="0" y="0"/>
            <a:chExt cx="11128591" cy="93607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1128629" cy="936117"/>
            </a:xfrm>
            <a:custGeom>
              <a:avLst/>
              <a:gdLst/>
              <a:ahLst/>
              <a:cxnLst/>
              <a:rect r="r" b="b" t="t" l="l"/>
              <a:pathLst>
                <a:path h="936117" w="11128629">
                  <a:moveTo>
                    <a:pt x="0" y="0"/>
                  </a:moveTo>
                  <a:lnTo>
                    <a:pt x="11128629" y="0"/>
                  </a:lnTo>
                  <a:lnTo>
                    <a:pt x="11128629" y="936117"/>
                  </a:lnTo>
                  <a:lnTo>
                    <a:pt x="0" y="936117"/>
                  </a:lnTo>
                  <a:close/>
                </a:path>
              </a:pathLst>
            </a:custGeom>
            <a:solidFill>
              <a:srgbClr val="D6E4F0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457200" y="6986016"/>
            <a:ext cx="1554480" cy="676656"/>
            <a:chOff x="0" y="0"/>
            <a:chExt cx="2072640" cy="90220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072640" cy="902208"/>
            </a:xfrm>
            <a:custGeom>
              <a:avLst/>
              <a:gdLst/>
              <a:ahLst/>
              <a:cxnLst/>
              <a:rect r="r" b="b" t="t" l="l"/>
              <a:pathLst>
                <a:path h="902208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49" t="0" r="-5849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207264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E75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I0.6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2011680" y="6986016"/>
            <a:ext cx="6492240" cy="676656"/>
            <a:chOff x="0" y="0"/>
            <a:chExt cx="8656320" cy="90220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656320" cy="902208"/>
            </a:xfrm>
            <a:custGeom>
              <a:avLst/>
              <a:gdLst/>
              <a:ahLst/>
              <a:cxnLst/>
              <a:rect r="r" b="b" t="t" l="l"/>
              <a:pathLst>
                <a:path h="902208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51" r="0" b="-13695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865632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Robot_Ready (KUKA)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353063" y="7668263"/>
            <a:ext cx="8346443" cy="702059"/>
            <a:chOff x="0" y="0"/>
            <a:chExt cx="11128591" cy="93607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1128629" cy="936117"/>
            </a:xfrm>
            <a:custGeom>
              <a:avLst/>
              <a:gdLst/>
              <a:ahLst/>
              <a:cxnLst/>
              <a:rect r="r" b="b" t="t" l="l"/>
              <a:pathLst>
                <a:path h="936117" w="11128629">
                  <a:moveTo>
                    <a:pt x="0" y="0"/>
                  </a:moveTo>
                  <a:lnTo>
                    <a:pt x="11128629" y="0"/>
                  </a:lnTo>
                  <a:lnTo>
                    <a:pt x="11128629" y="936117"/>
                  </a:lnTo>
                  <a:lnTo>
                    <a:pt x="0" y="93611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457200" y="7680960"/>
            <a:ext cx="1554480" cy="676656"/>
            <a:chOff x="0" y="0"/>
            <a:chExt cx="2072640" cy="90220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072640" cy="902208"/>
            </a:xfrm>
            <a:custGeom>
              <a:avLst/>
              <a:gdLst/>
              <a:ahLst/>
              <a:cxnLst/>
              <a:rect r="r" b="b" t="t" l="l"/>
              <a:pathLst>
                <a:path h="902208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49" t="0" r="-5849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207264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E75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I0.7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2011680" y="7680960"/>
            <a:ext cx="6492240" cy="676656"/>
            <a:chOff x="0" y="0"/>
            <a:chExt cx="8656320" cy="90220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8656320" cy="902208"/>
            </a:xfrm>
            <a:custGeom>
              <a:avLst/>
              <a:gdLst/>
              <a:ahLst/>
              <a:cxnLst/>
              <a:rect r="r" b="b" t="t" l="l"/>
              <a:pathLst>
                <a:path h="902208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51" r="0" b="-136951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865632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Robot_End (KUKA)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353063" y="8363207"/>
            <a:ext cx="8346443" cy="702059"/>
            <a:chOff x="0" y="0"/>
            <a:chExt cx="11128591" cy="936079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1128629" cy="936117"/>
            </a:xfrm>
            <a:custGeom>
              <a:avLst/>
              <a:gdLst/>
              <a:ahLst/>
              <a:cxnLst/>
              <a:rect r="r" b="b" t="t" l="l"/>
              <a:pathLst>
                <a:path h="936117" w="11128629">
                  <a:moveTo>
                    <a:pt x="0" y="0"/>
                  </a:moveTo>
                  <a:lnTo>
                    <a:pt x="11128629" y="0"/>
                  </a:lnTo>
                  <a:lnTo>
                    <a:pt x="11128629" y="936117"/>
                  </a:lnTo>
                  <a:lnTo>
                    <a:pt x="0" y="936117"/>
                  </a:lnTo>
                  <a:close/>
                </a:path>
              </a:pathLst>
            </a:custGeom>
            <a:solidFill>
              <a:srgbClr val="D6E4F0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457200" y="8375904"/>
            <a:ext cx="1554480" cy="676656"/>
            <a:chOff x="0" y="0"/>
            <a:chExt cx="2072640" cy="90220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072640" cy="902208"/>
            </a:xfrm>
            <a:custGeom>
              <a:avLst/>
              <a:gdLst/>
              <a:ahLst/>
              <a:cxnLst/>
              <a:rect r="r" b="b" t="t" l="l"/>
              <a:pathLst>
                <a:path h="902208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49" t="0" r="-5849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207264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E75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I1.0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2011680" y="8375904"/>
            <a:ext cx="6492240" cy="676656"/>
            <a:chOff x="0" y="0"/>
            <a:chExt cx="8656320" cy="90220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656320" cy="902208"/>
            </a:xfrm>
            <a:custGeom>
              <a:avLst/>
              <a:gdLst/>
              <a:ahLst/>
              <a:cxnLst/>
              <a:rect r="r" b="b" t="t" l="l"/>
              <a:pathLst>
                <a:path h="902208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51" r="0" b="-136951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865632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Robot_Fault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353063" y="9058151"/>
            <a:ext cx="8346443" cy="702059"/>
            <a:chOff x="0" y="0"/>
            <a:chExt cx="11128591" cy="936079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1128629" cy="936117"/>
            </a:xfrm>
            <a:custGeom>
              <a:avLst/>
              <a:gdLst/>
              <a:ahLst/>
              <a:cxnLst/>
              <a:rect r="r" b="b" t="t" l="l"/>
              <a:pathLst>
                <a:path h="936117" w="11128629">
                  <a:moveTo>
                    <a:pt x="0" y="0"/>
                  </a:moveTo>
                  <a:lnTo>
                    <a:pt x="11128629" y="0"/>
                  </a:lnTo>
                  <a:lnTo>
                    <a:pt x="11128629" y="936117"/>
                  </a:lnTo>
                  <a:lnTo>
                    <a:pt x="0" y="93611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457200" y="9070848"/>
            <a:ext cx="1554480" cy="676656"/>
            <a:chOff x="0" y="0"/>
            <a:chExt cx="2072640" cy="90220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072640" cy="902208"/>
            </a:xfrm>
            <a:custGeom>
              <a:avLst/>
              <a:gdLst/>
              <a:ahLst/>
              <a:cxnLst/>
              <a:rect r="r" b="b" t="t" l="l"/>
              <a:pathLst>
                <a:path h="902208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49" t="0" r="-5849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207264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E75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I1.1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2011680" y="9070848"/>
            <a:ext cx="6492240" cy="676656"/>
            <a:chOff x="0" y="0"/>
            <a:chExt cx="8656320" cy="90220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8656320" cy="902208"/>
            </a:xfrm>
            <a:custGeom>
              <a:avLst/>
              <a:gdLst/>
              <a:ahLst/>
              <a:cxnLst/>
              <a:rect r="r" b="b" t="t" l="l"/>
              <a:pathLst>
                <a:path h="902208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51" r="0" b="-136951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865632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 Auto/Manuel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601200" y="1499616"/>
            <a:ext cx="8321040" cy="658368"/>
            <a:chOff x="0" y="0"/>
            <a:chExt cx="11094720" cy="87782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1094720" cy="877824"/>
            </a:xfrm>
            <a:custGeom>
              <a:avLst/>
              <a:gdLst/>
              <a:ahLst/>
              <a:cxnLst/>
              <a:rect r="r" b="b" t="t" l="l"/>
              <a:pathLst>
                <a:path h="87782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269" r="0" b="-196269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1109472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C55A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SORTIES NUMÉRIQUES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588503" y="2145287"/>
            <a:ext cx="8346443" cy="683771"/>
            <a:chOff x="0" y="0"/>
            <a:chExt cx="11128591" cy="911695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1128629" cy="911733"/>
            </a:xfrm>
            <a:custGeom>
              <a:avLst/>
              <a:gdLst/>
              <a:ahLst/>
              <a:cxnLst/>
              <a:rect r="r" b="b" t="t" l="l"/>
              <a:pathLst>
                <a:path h="911733" w="11128629">
                  <a:moveTo>
                    <a:pt x="0" y="0"/>
                  </a:moveTo>
                  <a:lnTo>
                    <a:pt x="11128629" y="0"/>
                  </a:lnTo>
                  <a:lnTo>
                    <a:pt x="11128629" y="911733"/>
                  </a:lnTo>
                  <a:lnTo>
                    <a:pt x="0" y="911733"/>
                  </a:lnTo>
                  <a:close/>
                </a:path>
              </a:pathLst>
            </a:custGeom>
            <a:solidFill>
              <a:srgbClr val="C55A11"/>
            </a:solidFill>
            <a:ln w="25400" cap="sq">
              <a:solidFill>
                <a:srgbClr val="C55A11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9692640" y="2157984"/>
            <a:ext cx="8138160" cy="658368"/>
            <a:chOff x="0" y="0"/>
            <a:chExt cx="10850880" cy="877824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0850880" cy="877824"/>
            </a:xfrm>
            <a:custGeom>
              <a:avLst/>
              <a:gdLst/>
              <a:ahLst/>
              <a:cxnLst/>
              <a:rect r="r" b="b" t="t" l="l"/>
              <a:pathLst>
                <a:path h="877824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856" r="0" b="-190856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47625"/>
              <a:ext cx="1085088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Adresse   Désignation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9588503" y="2803655"/>
            <a:ext cx="8346443" cy="702059"/>
            <a:chOff x="0" y="0"/>
            <a:chExt cx="11128591" cy="936079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1128629" cy="936117"/>
            </a:xfrm>
            <a:custGeom>
              <a:avLst/>
              <a:gdLst/>
              <a:ahLst/>
              <a:cxnLst/>
              <a:rect r="r" b="b" t="t" l="l"/>
              <a:pathLst>
                <a:path h="936117" w="11128629">
                  <a:moveTo>
                    <a:pt x="0" y="0"/>
                  </a:moveTo>
                  <a:lnTo>
                    <a:pt x="11128629" y="0"/>
                  </a:lnTo>
                  <a:lnTo>
                    <a:pt x="11128629" y="936117"/>
                  </a:lnTo>
                  <a:lnTo>
                    <a:pt x="0" y="936117"/>
                  </a:lnTo>
                  <a:close/>
                </a:path>
              </a:pathLst>
            </a:custGeom>
            <a:solidFill>
              <a:srgbClr val="FFF3E0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105" id="105"/>
          <p:cNvGrpSpPr/>
          <p:nvPr/>
        </p:nvGrpSpPr>
        <p:grpSpPr>
          <a:xfrm rot="0">
            <a:off x="9692640" y="2816352"/>
            <a:ext cx="1554480" cy="676656"/>
            <a:chOff x="0" y="0"/>
            <a:chExt cx="2072640" cy="902208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072640" cy="902208"/>
            </a:xfrm>
            <a:custGeom>
              <a:avLst/>
              <a:gdLst/>
              <a:ahLst/>
              <a:cxnLst/>
              <a:rect r="r" b="b" t="t" l="l"/>
              <a:pathLst>
                <a:path h="902208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49" t="0" r="-5849" b="0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47625"/>
              <a:ext cx="207264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C55A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Q0.0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1247120" y="2816352"/>
            <a:ext cx="6492240" cy="676656"/>
            <a:chOff x="0" y="0"/>
            <a:chExt cx="8656320" cy="902208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8656320" cy="902208"/>
            </a:xfrm>
            <a:custGeom>
              <a:avLst/>
              <a:gdLst/>
              <a:ahLst/>
              <a:cxnLst/>
              <a:rect r="r" b="b" t="t" l="l"/>
              <a:pathLst>
                <a:path h="902208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51" r="0" b="-136951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47625"/>
              <a:ext cx="865632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Moteur convoyeur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9588503" y="3498599"/>
            <a:ext cx="8346443" cy="702059"/>
            <a:chOff x="0" y="0"/>
            <a:chExt cx="11128591" cy="936079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1128629" cy="936117"/>
            </a:xfrm>
            <a:custGeom>
              <a:avLst/>
              <a:gdLst/>
              <a:ahLst/>
              <a:cxnLst/>
              <a:rect r="r" b="b" t="t" l="l"/>
              <a:pathLst>
                <a:path h="936117" w="11128629">
                  <a:moveTo>
                    <a:pt x="0" y="0"/>
                  </a:moveTo>
                  <a:lnTo>
                    <a:pt x="11128629" y="0"/>
                  </a:lnTo>
                  <a:lnTo>
                    <a:pt x="11128629" y="936117"/>
                  </a:lnTo>
                  <a:lnTo>
                    <a:pt x="0" y="93611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113" id="113"/>
          <p:cNvGrpSpPr/>
          <p:nvPr/>
        </p:nvGrpSpPr>
        <p:grpSpPr>
          <a:xfrm rot="0">
            <a:off x="9692640" y="3511296"/>
            <a:ext cx="1554480" cy="676656"/>
            <a:chOff x="0" y="0"/>
            <a:chExt cx="2072640" cy="902208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072640" cy="902208"/>
            </a:xfrm>
            <a:custGeom>
              <a:avLst/>
              <a:gdLst/>
              <a:ahLst/>
              <a:cxnLst/>
              <a:rect r="r" b="b" t="t" l="l"/>
              <a:pathLst>
                <a:path h="902208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49" t="0" r="-5849" b="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47625"/>
              <a:ext cx="207264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C55A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Q0.1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1247120" y="3511296"/>
            <a:ext cx="6492240" cy="676656"/>
            <a:chOff x="0" y="0"/>
            <a:chExt cx="8656320" cy="90220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8656320" cy="902208"/>
            </a:xfrm>
            <a:custGeom>
              <a:avLst/>
              <a:gdLst/>
              <a:ahLst/>
              <a:cxnLst/>
              <a:rect r="r" b="b" t="t" l="l"/>
              <a:pathLst>
                <a:path h="902208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51" r="0" b="-136951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47625"/>
              <a:ext cx="865632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Start Robot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9588503" y="4193543"/>
            <a:ext cx="8346443" cy="702059"/>
            <a:chOff x="0" y="0"/>
            <a:chExt cx="11128591" cy="936079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1128629" cy="936117"/>
            </a:xfrm>
            <a:custGeom>
              <a:avLst/>
              <a:gdLst/>
              <a:ahLst/>
              <a:cxnLst/>
              <a:rect r="r" b="b" t="t" l="l"/>
              <a:pathLst>
                <a:path h="936117" w="11128629">
                  <a:moveTo>
                    <a:pt x="0" y="0"/>
                  </a:moveTo>
                  <a:lnTo>
                    <a:pt x="11128629" y="0"/>
                  </a:lnTo>
                  <a:lnTo>
                    <a:pt x="11128629" y="936117"/>
                  </a:lnTo>
                  <a:lnTo>
                    <a:pt x="0" y="936117"/>
                  </a:lnTo>
                  <a:close/>
                </a:path>
              </a:pathLst>
            </a:custGeom>
            <a:solidFill>
              <a:srgbClr val="FFF3E0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121" id="121"/>
          <p:cNvGrpSpPr/>
          <p:nvPr/>
        </p:nvGrpSpPr>
        <p:grpSpPr>
          <a:xfrm rot="0">
            <a:off x="9692640" y="4206240"/>
            <a:ext cx="1554480" cy="676656"/>
            <a:chOff x="0" y="0"/>
            <a:chExt cx="2072640" cy="902208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072640" cy="902208"/>
            </a:xfrm>
            <a:custGeom>
              <a:avLst/>
              <a:gdLst/>
              <a:ahLst/>
              <a:cxnLst/>
              <a:rect r="r" b="b" t="t" l="l"/>
              <a:pathLst>
                <a:path h="902208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49" t="0" r="-5849" b="0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47625"/>
              <a:ext cx="207264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C55A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Q0.2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1247120" y="4206240"/>
            <a:ext cx="6492240" cy="676656"/>
            <a:chOff x="0" y="0"/>
            <a:chExt cx="8656320" cy="902208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8656320" cy="902208"/>
            </a:xfrm>
            <a:custGeom>
              <a:avLst/>
              <a:gdLst/>
              <a:ahLst/>
              <a:cxnLst/>
              <a:rect r="r" b="b" t="t" l="l"/>
              <a:pathLst>
                <a:path h="902208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51" r="0" b="-136951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47625"/>
              <a:ext cx="865632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Vérin sortie (YV1)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9588503" y="4888487"/>
            <a:ext cx="8346443" cy="702059"/>
            <a:chOff x="0" y="0"/>
            <a:chExt cx="11128591" cy="936079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1128629" cy="936117"/>
            </a:xfrm>
            <a:custGeom>
              <a:avLst/>
              <a:gdLst/>
              <a:ahLst/>
              <a:cxnLst/>
              <a:rect r="r" b="b" t="t" l="l"/>
              <a:pathLst>
                <a:path h="936117" w="11128629">
                  <a:moveTo>
                    <a:pt x="0" y="0"/>
                  </a:moveTo>
                  <a:lnTo>
                    <a:pt x="11128629" y="0"/>
                  </a:lnTo>
                  <a:lnTo>
                    <a:pt x="11128629" y="936117"/>
                  </a:lnTo>
                  <a:lnTo>
                    <a:pt x="0" y="93611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129" id="129"/>
          <p:cNvGrpSpPr/>
          <p:nvPr/>
        </p:nvGrpSpPr>
        <p:grpSpPr>
          <a:xfrm rot="0">
            <a:off x="9692640" y="4901184"/>
            <a:ext cx="1554480" cy="676656"/>
            <a:chOff x="0" y="0"/>
            <a:chExt cx="2072640" cy="902208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072640" cy="902208"/>
            </a:xfrm>
            <a:custGeom>
              <a:avLst/>
              <a:gdLst/>
              <a:ahLst/>
              <a:cxnLst/>
              <a:rect r="r" b="b" t="t" l="l"/>
              <a:pathLst>
                <a:path h="902208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49" t="0" r="-5849" b="0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47625"/>
              <a:ext cx="207264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C55A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Q0.3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11247120" y="4901184"/>
            <a:ext cx="6492240" cy="676656"/>
            <a:chOff x="0" y="0"/>
            <a:chExt cx="8656320" cy="902208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8656320" cy="902208"/>
            </a:xfrm>
            <a:custGeom>
              <a:avLst/>
              <a:gdLst/>
              <a:ahLst/>
              <a:cxnLst/>
              <a:rect r="r" b="b" t="t" l="l"/>
              <a:pathLst>
                <a:path h="902208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51" r="0" b="-136951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47625"/>
              <a:ext cx="865632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Vérin rentrée (YV2)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588503" y="5583431"/>
            <a:ext cx="8346443" cy="702059"/>
            <a:chOff x="0" y="0"/>
            <a:chExt cx="11128591" cy="936079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1128629" cy="936117"/>
            </a:xfrm>
            <a:custGeom>
              <a:avLst/>
              <a:gdLst/>
              <a:ahLst/>
              <a:cxnLst/>
              <a:rect r="r" b="b" t="t" l="l"/>
              <a:pathLst>
                <a:path h="936117" w="11128629">
                  <a:moveTo>
                    <a:pt x="0" y="0"/>
                  </a:moveTo>
                  <a:lnTo>
                    <a:pt x="11128629" y="0"/>
                  </a:lnTo>
                  <a:lnTo>
                    <a:pt x="11128629" y="936117"/>
                  </a:lnTo>
                  <a:lnTo>
                    <a:pt x="0" y="936117"/>
                  </a:lnTo>
                  <a:close/>
                </a:path>
              </a:pathLst>
            </a:custGeom>
            <a:solidFill>
              <a:srgbClr val="FFF3E0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137" id="137"/>
          <p:cNvGrpSpPr/>
          <p:nvPr/>
        </p:nvGrpSpPr>
        <p:grpSpPr>
          <a:xfrm rot="0">
            <a:off x="9692640" y="5596128"/>
            <a:ext cx="1554480" cy="676656"/>
            <a:chOff x="0" y="0"/>
            <a:chExt cx="2072640" cy="902208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2072640" cy="902208"/>
            </a:xfrm>
            <a:custGeom>
              <a:avLst/>
              <a:gdLst/>
              <a:ahLst/>
              <a:cxnLst/>
              <a:rect r="r" b="b" t="t" l="l"/>
              <a:pathLst>
                <a:path h="902208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49" t="0" r="-5849" b="0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47625"/>
              <a:ext cx="207264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C55A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Q0.4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1247120" y="5596128"/>
            <a:ext cx="6492240" cy="676656"/>
            <a:chOff x="0" y="0"/>
            <a:chExt cx="8656320" cy="902208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8656320" cy="902208"/>
            </a:xfrm>
            <a:custGeom>
              <a:avLst/>
              <a:gdLst/>
              <a:ahLst/>
              <a:cxnLst/>
              <a:rect r="r" b="b" t="t" l="l"/>
              <a:pathLst>
                <a:path h="902208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51" r="0" b="-136951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47625"/>
              <a:ext cx="865632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Voyant Marche (vert)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9588503" y="6278375"/>
            <a:ext cx="8346443" cy="702059"/>
            <a:chOff x="0" y="0"/>
            <a:chExt cx="11128591" cy="936079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11128629" cy="936117"/>
            </a:xfrm>
            <a:custGeom>
              <a:avLst/>
              <a:gdLst/>
              <a:ahLst/>
              <a:cxnLst/>
              <a:rect r="r" b="b" t="t" l="l"/>
              <a:pathLst>
                <a:path h="936117" w="11128629">
                  <a:moveTo>
                    <a:pt x="0" y="0"/>
                  </a:moveTo>
                  <a:lnTo>
                    <a:pt x="11128629" y="0"/>
                  </a:lnTo>
                  <a:lnTo>
                    <a:pt x="11128629" y="936117"/>
                  </a:lnTo>
                  <a:lnTo>
                    <a:pt x="0" y="93611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145" id="145"/>
          <p:cNvGrpSpPr/>
          <p:nvPr/>
        </p:nvGrpSpPr>
        <p:grpSpPr>
          <a:xfrm rot="0">
            <a:off x="9692640" y="6291072"/>
            <a:ext cx="1554480" cy="676656"/>
            <a:chOff x="0" y="0"/>
            <a:chExt cx="2072640" cy="902208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2072640" cy="902208"/>
            </a:xfrm>
            <a:custGeom>
              <a:avLst/>
              <a:gdLst/>
              <a:ahLst/>
              <a:cxnLst/>
              <a:rect r="r" b="b" t="t" l="l"/>
              <a:pathLst>
                <a:path h="902208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49" t="0" r="-5849" b="0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47625"/>
              <a:ext cx="207264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C55A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Q0.5</a:t>
              </a: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11247120" y="6291072"/>
            <a:ext cx="6492240" cy="676656"/>
            <a:chOff x="0" y="0"/>
            <a:chExt cx="8656320" cy="902208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8656320" cy="902208"/>
            </a:xfrm>
            <a:custGeom>
              <a:avLst/>
              <a:gdLst/>
              <a:ahLst/>
              <a:cxnLst/>
              <a:rect r="r" b="b" t="t" l="l"/>
              <a:pathLst>
                <a:path h="902208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51" r="0" b="-136951"/>
              </a:stretch>
            </a:blip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-47625"/>
              <a:ext cx="865632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Voyant Défaut (rouge)</a:t>
              </a:r>
            </a:p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365760" y="9546336"/>
            <a:ext cx="17556480" cy="548640"/>
            <a:chOff x="0" y="0"/>
            <a:chExt cx="23408640" cy="73152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23408639" cy="731520"/>
            </a:xfrm>
            <a:custGeom>
              <a:avLst/>
              <a:gdLst/>
              <a:ahLst/>
              <a:cxnLst/>
              <a:rect r="r" b="b" t="t" l="l"/>
              <a:pathLst>
                <a:path h="731520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47625"/>
              <a:ext cx="23408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: 10 entrées TOR + 6 sorties TOR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789557"/>
            </a:xfrm>
            <a:custGeom>
              <a:avLst/>
              <a:gdLst/>
              <a:ahLst/>
              <a:cxnLst/>
              <a:rect r="r" b="b" t="t" l="l"/>
              <a:pathLst>
                <a:path h="178955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548640" y="0"/>
            <a:ext cx="17190720" cy="1316736"/>
            <a:chOff x="0" y="0"/>
            <a:chExt cx="22920960" cy="17556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920961" cy="1755648"/>
            </a:xfrm>
            <a:custGeom>
              <a:avLst/>
              <a:gdLst/>
              <a:ahLst/>
              <a:cxnLst/>
              <a:rect r="r" b="b" t="t" l="l"/>
              <a:pathLst>
                <a:path h="175564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387" r="0" b="-20438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920960" cy="18318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— GRAFCET Niveau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89639" y="1541783"/>
            <a:ext cx="976379" cy="1012955"/>
            <a:chOff x="0" y="0"/>
            <a:chExt cx="1301839" cy="13506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01877" cy="1350645"/>
            </a:xfrm>
            <a:custGeom>
              <a:avLst/>
              <a:gdLst/>
              <a:ahLst/>
              <a:cxnLst/>
              <a:rect r="r" b="b" t="t" l="l"/>
              <a:pathLst>
                <a:path h="1350645" w="1301877">
                  <a:moveTo>
                    <a:pt x="0" y="0"/>
                  </a:moveTo>
                  <a:lnTo>
                    <a:pt x="1301877" y="0"/>
                  </a:lnTo>
                  <a:lnTo>
                    <a:pt x="1301877" y="1350645"/>
                  </a:lnTo>
                  <a:lnTo>
                    <a:pt x="0" y="1350645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462791" y="1614935"/>
            <a:ext cx="830075" cy="866651"/>
            <a:chOff x="0" y="0"/>
            <a:chExt cx="1106767" cy="115553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6805" cy="1155573"/>
            </a:xfrm>
            <a:custGeom>
              <a:avLst/>
              <a:gdLst/>
              <a:ahLst/>
              <a:cxnLst/>
              <a:rect r="r" b="b" t="t" l="l"/>
              <a:pathLst>
                <a:path h="1155573" w="1106805">
                  <a:moveTo>
                    <a:pt x="0" y="0"/>
                  </a:moveTo>
                  <a:lnTo>
                    <a:pt x="1106805" y="0"/>
                  </a:lnTo>
                  <a:lnTo>
                    <a:pt x="1106805" y="1155573"/>
                  </a:lnTo>
                  <a:lnTo>
                    <a:pt x="0" y="11555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954" t="0" r="-83950" b="3"/>
              </a:stretch>
            </a:blip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402336" y="1554480"/>
            <a:ext cx="950976" cy="987552"/>
            <a:chOff x="0" y="0"/>
            <a:chExt cx="1267968" cy="13167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67968" cy="1316736"/>
            </a:xfrm>
            <a:custGeom>
              <a:avLst/>
              <a:gdLst/>
              <a:ahLst/>
              <a:cxnLst/>
              <a:rect r="r" b="b" t="t" l="l"/>
              <a:pathLst>
                <a:path h="1316736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238" t="0" r="-83238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267968" cy="13738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50343" y="1541783"/>
            <a:ext cx="4048763" cy="1012955"/>
            <a:chOff x="0" y="0"/>
            <a:chExt cx="5398351" cy="135060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98389" cy="1350645"/>
            </a:xfrm>
            <a:custGeom>
              <a:avLst/>
              <a:gdLst/>
              <a:ahLst/>
              <a:cxnLst/>
              <a:rect r="r" b="b" t="t" l="l"/>
              <a:pathLst>
                <a:path h="1350645" w="5398389">
                  <a:moveTo>
                    <a:pt x="0" y="0"/>
                  </a:moveTo>
                  <a:lnTo>
                    <a:pt x="5398389" y="0"/>
                  </a:lnTo>
                  <a:lnTo>
                    <a:pt x="5398389" y="1350645"/>
                  </a:lnTo>
                  <a:lnTo>
                    <a:pt x="0" y="1350645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450343" y="1541783"/>
            <a:ext cx="116843" cy="1012955"/>
            <a:chOff x="0" y="0"/>
            <a:chExt cx="155791" cy="135060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5829" cy="1350645"/>
            </a:xfrm>
            <a:custGeom>
              <a:avLst/>
              <a:gdLst/>
              <a:ahLst/>
              <a:cxnLst/>
              <a:rect r="r" b="b" t="t" l="l"/>
              <a:pathLst>
                <a:path h="1350645" w="155829">
                  <a:moveTo>
                    <a:pt x="0" y="0"/>
                  </a:moveTo>
                  <a:lnTo>
                    <a:pt x="155829" y="0"/>
                  </a:lnTo>
                  <a:lnTo>
                    <a:pt x="155829" y="1350645"/>
                  </a:lnTo>
                  <a:lnTo>
                    <a:pt x="0" y="1350645"/>
                  </a:lnTo>
                  <a:close/>
                </a:path>
              </a:pathLst>
            </a:custGeom>
            <a:solidFill>
              <a:srgbClr val="C55A11"/>
            </a:solidFill>
            <a:ln w="25400" cap="sq">
              <a:solidFill>
                <a:srgbClr val="C55A11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627632" y="1591056"/>
            <a:ext cx="3749040" cy="438912"/>
            <a:chOff x="0" y="0"/>
            <a:chExt cx="4998720" cy="5852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998720" cy="585216"/>
            </a:xfrm>
            <a:custGeom>
              <a:avLst/>
              <a:gdLst/>
              <a:ahLst/>
              <a:cxnLst/>
              <a:rect r="r" b="b" t="t" l="l"/>
              <a:pathLst>
                <a:path h="585216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499872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Initialisation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627632" y="2048256"/>
            <a:ext cx="3749040" cy="438912"/>
            <a:chOff x="0" y="0"/>
            <a:chExt cx="4998720" cy="5852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998720" cy="585216"/>
            </a:xfrm>
            <a:custGeom>
              <a:avLst/>
              <a:gdLst/>
              <a:ahLst/>
              <a:cxnLst/>
              <a:rect r="r" b="b" t="t" l="l"/>
              <a:pathLst>
                <a:path h="585216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9987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Reset toutes sorties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16487" y="2584199"/>
            <a:ext cx="1122683" cy="61979"/>
            <a:chOff x="0" y="0"/>
            <a:chExt cx="1496911" cy="8263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96949" cy="82677"/>
            </a:xfrm>
            <a:custGeom>
              <a:avLst/>
              <a:gdLst/>
              <a:ahLst/>
              <a:cxnLst/>
              <a:rect r="r" b="b" t="t" l="l"/>
              <a:pathLst>
                <a:path h="82677" w="1496949">
                  <a:moveTo>
                    <a:pt x="0" y="0"/>
                  </a:moveTo>
                  <a:lnTo>
                    <a:pt x="1496949" y="0"/>
                  </a:lnTo>
                  <a:lnTo>
                    <a:pt x="1496949" y="82677"/>
                  </a:lnTo>
                  <a:lnTo>
                    <a:pt x="0" y="82677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850592" y="2608069"/>
            <a:ext cx="52626" cy="379981"/>
            <a:chOff x="0" y="0"/>
            <a:chExt cx="70168" cy="50664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231" cy="506603"/>
            </a:xfrm>
            <a:custGeom>
              <a:avLst/>
              <a:gdLst/>
              <a:ahLst/>
              <a:cxnLst/>
              <a:rect r="r" b="b" t="t" l="l"/>
              <a:pathLst>
                <a:path h="506603" w="70231">
                  <a:moveTo>
                    <a:pt x="0" y="0"/>
                  </a:moveTo>
                  <a:lnTo>
                    <a:pt x="70231" y="506603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875617" t="0" r="-875526" b="-7"/>
              </a:stretch>
            </a:blipFill>
            <a:ln w="508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463040" y="2596896"/>
            <a:ext cx="4206240" cy="402336"/>
            <a:chOff x="0" y="0"/>
            <a:chExt cx="5608320" cy="53644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608320" cy="536448"/>
            </a:xfrm>
            <a:custGeom>
              <a:avLst/>
              <a:gdLst/>
              <a:ahLst/>
              <a:cxnLst/>
              <a:rect r="r" b="b" t="t" l="l"/>
              <a:pathLst>
                <a:path h="53644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56083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2E75B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I0.0 (START)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89639" y="3041399"/>
            <a:ext cx="976379" cy="1012955"/>
            <a:chOff x="0" y="0"/>
            <a:chExt cx="1301839" cy="135060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01877" cy="1350645"/>
            </a:xfrm>
            <a:custGeom>
              <a:avLst/>
              <a:gdLst/>
              <a:ahLst/>
              <a:cxnLst/>
              <a:rect r="r" b="b" t="t" l="l"/>
              <a:pathLst>
                <a:path h="1350645" w="1301877">
                  <a:moveTo>
                    <a:pt x="0" y="0"/>
                  </a:moveTo>
                  <a:lnTo>
                    <a:pt x="1301877" y="0"/>
                  </a:lnTo>
                  <a:lnTo>
                    <a:pt x="1301877" y="1350645"/>
                  </a:lnTo>
                  <a:lnTo>
                    <a:pt x="0" y="1350645"/>
                  </a:lnTo>
                  <a:close/>
                </a:path>
              </a:pathLst>
            </a:custGeom>
            <a:solidFill>
              <a:srgbClr val="2E75B6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402336" y="3054096"/>
            <a:ext cx="950976" cy="987552"/>
            <a:chOff x="0" y="0"/>
            <a:chExt cx="1267968" cy="131673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67968" cy="1316736"/>
            </a:xfrm>
            <a:custGeom>
              <a:avLst/>
              <a:gdLst/>
              <a:ahLst/>
              <a:cxnLst/>
              <a:rect r="r" b="b" t="t" l="l"/>
              <a:pathLst>
                <a:path h="1316736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238" t="0" r="-83238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267968" cy="13738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450343" y="3041399"/>
            <a:ext cx="4048763" cy="1012955"/>
            <a:chOff x="0" y="0"/>
            <a:chExt cx="5398351" cy="135060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398389" cy="1350645"/>
            </a:xfrm>
            <a:custGeom>
              <a:avLst/>
              <a:gdLst/>
              <a:ahLst/>
              <a:cxnLst/>
              <a:rect r="r" b="b" t="t" l="l"/>
              <a:pathLst>
                <a:path h="1350645" w="5398389">
                  <a:moveTo>
                    <a:pt x="0" y="0"/>
                  </a:moveTo>
                  <a:lnTo>
                    <a:pt x="5398389" y="0"/>
                  </a:lnTo>
                  <a:lnTo>
                    <a:pt x="5398389" y="1350645"/>
                  </a:lnTo>
                  <a:lnTo>
                    <a:pt x="0" y="1350645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450343" y="3041399"/>
            <a:ext cx="116843" cy="1012955"/>
            <a:chOff x="0" y="0"/>
            <a:chExt cx="155791" cy="135060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5829" cy="1350645"/>
            </a:xfrm>
            <a:custGeom>
              <a:avLst/>
              <a:gdLst/>
              <a:ahLst/>
              <a:cxnLst/>
              <a:rect r="r" b="b" t="t" l="l"/>
              <a:pathLst>
                <a:path h="1350645" w="155829">
                  <a:moveTo>
                    <a:pt x="0" y="0"/>
                  </a:moveTo>
                  <a:lnTo>
                    <a:pt x="155829" y="0"/>
                  </a:lnTo>
                  <a:lnTo>
                    <a:pt x="155829" y="1350645"/>
                  </a:lnTo>
                  <a:lnTo>
                    <a:pt x="0" y="1350645"/>
                  </a:lnTo>
                  <a:close/>
                </a:path>
              </a:pathLst>
            </a:custGeom>
            <a:solidFill>
              <a:srgbClr val="C55A11"/>
            </a:solidFill>
            <a:ln w="25400" cap="sq">
              <a:solidFill>
                <a:srgbClr val="C55A11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627632" y="3090672"/>
            <a:ext cx="3749040" cy="438912"/>
            <a:chOff x="0" y="0"/>
            <a:chExt cx="4998720" cy="58521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998720" cy="585216"/>
            </a:xfrm>
            <a:custGeom>
              <a:avLst/>
              <a:gdLst/>
              <a:ahLst/>
              <a:cxnLst/>
              <a:rect r="r" b="b" t="t" l="l"/>
              <a:pathLst>
                <a:path h="585216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499872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Convoyeur ON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627632" y="3547872"/>
            <a:ext cx="3749040" cy="438912"/>
            <a:chOff x="0" y="0"/>
            <a:chExt cx="4998720" cy="58521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998720" cy="585216"/>
            </a:xfrm>
            <a:custGeom>
              <a:avLst/>
              <a:gdLst/>
              <a:ahLst/>
              <a:cxnLst/>
              <a:rect r="r" b="b" t="t" l="l"/>
              <a:pathLst>
                <a:path h="585216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49987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Q0.0 = 1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316487" y="4083815"/>
            <a:ext cx="1122683" cy="61979"/>
            <a:chOff x="0" y="0"/>
            <a:chExt cx="1496911" cy="8263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496949" cy="82677"/>
            </a:xfrm>
            <a:custGeom>
              <a:avLst/>
              <a:gdLst/>
              <a:ahLst/>
              <a:cxnLst/>
              <a:rect r="r" b="b" t="t" l="l"/>
              <a:pathLst>
                <a:path h="82677" w="1496949">
                  <a:moveTo>
                    <a:pt x="0" y="0"/>
                  </a:moveTo>
                  <a:lnTo>
                    <a:pt x="1496949" y="0"/>
                  </a:lnTo>
                  <a:lnTo>
                    <a:pt x="1496949" y="82677"/>
                  </a:lnTo>
                  <a:lnTo>
                    <a:pt x="0" y="82677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850592" y="4107685"/>
            <a:ext cx="52626" cy="379981"/>
            <a:chOff x="0" y="0"/>
            <a:chExt cx="70168" cy="50664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0231" cy="506603"/>
            </a:xfrm>
            <a:custGeom>
              <a:avLst/>
              <a:gdLst/>
              <a:ahLst/>
              <a:cxnLst/>
              <a:rect r="r" b="b" t="t" l="l"/>
              <a:pathLst>
                <a:path h="506603" w="70231">
                  <a:moveTo>
                    <a:pt x="0" y="0"/>
                  </a:moveTo>
                  <a:lnTo>
                    <a:pt x="70231" y="506603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875617" t="0" r="-875526" b="-7"/>
              </a:stretch>
            </a:blipFill>
            <a:ln w="508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463040" y="4096512"/>
            <a:ext cx="4206240" cy="402336"/>
            <a:chOff x="0" y="0"/>
            <a:chExt cx="5608320" cy="53644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608320" cy="536448"/>
            </a:xfrm>
            <a:custGeom>
              <a:avLst/>
              <a:gdLst/>
              <a:ahLst/>
              <a:cxnLst/>
              <a:rect r="r" b="b" t="t" l="l"/>
              <a:pathLst>
                <a:path h="53644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56083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2E75B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Marche confirmée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389639" y="4541015"/>
            <a:ext cx="976379" cy="1012955"/>
            <a:chOff x="0" y="0"/>
            <a:chExt cx="1301839" cy="135060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301877" cy="1350645"/>
            </a:xfrm>
            <a:custGeom>
              <a:avLst/>
              <a:gdLst/>
              <a:ahLst/>
              <a:cxnLst/>
              <a:rect r="r" b="b" t="t" l="l"/>
              <a:pathLst>
                <a:path h="1350645" w="1301877">
                  <a:moveTo>
                    <a:pt x="0" y="0"/>
                  </a:moveTo>
                  <a:lnTo>
                    <a:pt x="1301877" y="0"/>
                  </a:lnTo>
                  <a:lnTo>
                    <a:pt x="1301877" y="1350645"/>
                  </a:lnTo>
                  <a:lnTo>
                    <a:pt x="0" y="1350645"/>
                  </a:lnTo>
                  <a:close/>
                </a:path>
              </a:pathLst>
            </a:custGeom>
            <a:solidFill>
              <a:srgbClr val="2E75B6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402336" y="4553712"/>
            <a:ext cx="950976" cy="987552"/>
            <a:chOff x="0" y="0"/>
            <a:chExt cx="1267968" cy="131673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267968" cy="1316736"/>
            </a:xfrm>
            <a:custGeom>
              <a:avLst/>
              <a:gdLst/>
              <a:ahLst/>
              <a:cxnLst/>
              <a:rect r="r" b="b" t="t" l="l"/>
              <a:pathLst>
                <a:path h="1316736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238" t="0" r="-83238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57150"/>
              <a:ext cx="1267968" cy="13738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450343" y="4541015"/>
            <a:ext cx="4048763" cy="1012955"/>
            <a:chOff x="0" y="0"/>
            <a:chExt cx="5398351" cy="135060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398389" cy="1350645"/>
            </a:xfrm>
            <a:custGeom>
              <a:avLst/>
              <a:gdLst/>
              <a:ahLst/>
              <a:cxnLst/>
              <a:rect r="r" b="b" t="t" l="l"/>
              <a:pathLst>
                <a:path h="1350645" w="5398389">
                  <a:moveTo>
                    <a:pt x="0" y="0"/>
                  </a:moveTo>
                  <a:lnTo>
                    <a:pt x="5398389" y="0"/>
                  </a:lnTo>
                  <a:lnTo>
                    <a:pt x="5398389" y="1350645"/>
                  </a:lnTo>
                  <a:lnTo>
                    <a:pt x="0" y="1350645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450343" y="4541015"/>
            <a:ext cx="116843" cy="1012955"/>
            <a:chOff x="0" y="0"/>
            <a:chExt cx="155791" cy="135060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55829" cy="1350645"/>
            </a:xfrm>
            <a:custGeom>
              <a:avLst/>
              <a:gdLst/>
              <a:ahLst/>
              <a:cxnLst/>
              <a:rect r="r" b="b" t="t" l="l"/>
              <a:pathLst>
                <a:path h="1350645" w="155829">
                  <a:moveTo>
                    <a:pt x="0" y="0"/>
                  </a:moveTo>
                  <a:lnTo>
                    <a:pt x="155829" y="0"/>
                  </a:lnTo>
                  <a:lnTo>
                    <a:pt x="155829" y="1350645"/>
                  </a:lnTo>
                  <a:lnTo>
                    <a:pt x="0" y="1350645"/>
                  </a:lnTo>
                  <a:close/>
                </a:path>
              </a:pathLst>
            </a:custGeom>
            <a:solidFill>
              <a:srgbClr val="C55A11"/>
            </a:solidFill>
            <a:ln w="25400" cap="sq">
              <a:solidFill>
                <a:srgbClr val="C55A11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627632" y="4590288"/>
            <a:ext cx="3749040" cy="438912"/>
            <a:chOff x="0" y="0"/>
            <a:chExt cx="4998720" cy="58521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998720" cy="585216"/>
            </a:xfrm>
            <a:custGeom>
              <a:avLst/>
              <a:gdLst/>
              <a:ahLst/>
              <a:cxnLst/>
              <a:rect r="r" b="b" t="t" l="l"/>
              <a:pathLst>
                <a:path h="585216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499872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Attente pièce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627632" y="5047488"/>
            <a:ext cx="3749040" cy="438912"/>
            <a:chOff x="0" y="0"/>
            <a:chExt cx="4998720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998720" cy="585216"/>
            </a:xfrm>
            <a:custGeom>
              <a:avLst/>
              <a:gdLst/>
              <a:ahLst/>
              <a:cxnLst/>
              <a:rect r="r" b="b" t="t" l="l"/>
              <a:pathLst>
                <a:path h="585216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49987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Q0.0 = 1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316487" y="5583431"/>
            <a:ext cx="1122683" cy="61979"/>
            <a:chOff x="0" y="0"/>
            <a:chExt cx="1496911" cy="8263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496949" cy="82677"/>
            </a:xfrm>
            <a:custGeom>
              <a:avLst/>
              <a:gdLst/>
              <a:ahLst/>
              <a:cxnLst/>
              <a:rect r="r" b="b" t="t" l="l"/>
              <a:pathLst>
                <a:path h="82677" w="1496949">
                  <a:moveTo>
                    <a:pt x="0" y="0"/>
                  </a:moveTo>
                  <a:lnTo>
                    <a:pt x="1496949" y="0"/>
                  </a:lnTo>
                  <a:lnTo>
                    <a:pt x="1496949" y="82677"/>
                  </a:lnTo>
                  <a:lnTo>
                    <a:pt x="0" y="82677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850592" y="5607301"/>
            <a:ext cx="52626" cy="379981"/>
            <a:chOff x="0" y="0"/>
            <a:chExt cx="70168" cy="50664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0231" cy="506603"/>
            </a:xfrm>
            <a:custGeom>
              <a:avLst/>
              <a:gdLst/>
              <a:ahLst/>
              <a:cxnLst/>
              <a:rect r="r" b="b" t="t" l="l"/>
              <a:pathLst>
                <a:path h="506603" w="70231">
                  <a:moveTo>
                    <a:pt x="0" y="0"/>
                  </a:moveTo>
                  <a:lnTo>
                    <a:pt x="70231" y="506603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875617" t="0" r="-875526" b="-7"/>
              </a:stretch>
            </a:blipFill>
            <a:ln w="508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463040" y="5596128"/>
            <a:ext cx="4206240" cy="402336"/>
            <a:chOff x="0" y="0"/>
            <a:chExt cx="5608320" cy="53644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608320" cy="536448"/>
            </a:xfrm>
            <a:custGeom>
              <a:avLst/>
              <a:gdLst/>
              <a:ahLst/>
              <a:cxnLst/>
              <a:rect r="r" b="b" t="t" l="l"/>
              <a:pathLst>
                <a:path h="53644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56083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2E75B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I0.2 Pièce détectée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389639" y="6040631"/>
            <a:ext cx="976379" cy="1012955"/>
            <a:chOff x="0" y="0"/>
            <a:chExt cx="1301839" cy="1350607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301877" cy="1350645"/>
            </a:xfrm>
            <a:custGeom>
              <a:avLst/>
              <a:gdLst/>
              <a:ahLst/>
              <a:cxnLst/>
              <a:rect r="r" b="b" t="t" l="l"/>
              <a:pathLst>
                <a:path h="1350645" w="1301877">
                  <a:moveTo>
                    <a:pt x="0" y="0"/>
                  </a:moveTo>
                  <a:lnTo>
                    <a:pt x="1301877" y="0"/>
                  </a:lnTo>
                  <a:lnTo>
                    <a:pt x="1301877" y="1350645"/>
                  </a:lnTo>
                  <a:lnTo>
                    <a:pt x="0" y="1350645"/>
                  </a:lnTo>
                  <a:close/>
                </a:path>
              </a:pathLst>
            </a:custGeom>
            <a:solidFill>
              <a:srgbClr val="2E75B6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402336" y="6053328"/>
            <a:ext cx="950976" cy="987552"/>
            <a:chOff x="0" y="0"/>
            <a:chExt cx="1267968" cy="131673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267968" cy="1316736"/>
            </a:xfrm>
            <a:custGeom>
              <a:avLst/>
              <a:gdLst/>
              <a:ahLst/>
              <a:cxnLst/>
              <a:rect r="r" b="b" t="t" l="l"/>
              <a:pathLst>
                <a:path h="1316736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238" t="0" r="-83238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57150"/>
              <a:ext cx="1267968" cy="13738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450343" y="6040631"/>
            <a:ext cx="4048763" cy="1012955"/>
            <a:chOff x="0" y="0"/>
            <a:chExt cx="5398351" cy="135060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398389" cy="1350645"/>
            </a:xfrm>
            <a:custGeom>
              <a:avLst/>
              <a:gdLst/>
              <a:ahLst/>
              <a:cxnLst/>
              <a:rect r="r" b="b" t="t" l="l"/>
              <a:pathLst>
                <a:path h="1350645" w="5398389">
                  <a:moveTo>
                    <a:pt x="0" y="0"/>
                  </a:moveTo>
                  <a:lnTo>
                    <a:pt x="5398389" y="0"/>
                  </a:lnTo>
                  <a:lnTo>
                    <a:pt x="5398389" y="1350645"/>
                  </a:lnTo>
                  <a:lnTo>
                    <a:pt x="0" y="1350645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1450343" y="6040631"/>
            <a:ext cx="116843" cy="1012955"/>
            <a:chOff x="0" y="0"/>
            <a:chExt cx="155791" cy="1350607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55829" cy="1350645"/>
            </a:xfrm>
            <a:custGeom>
              <a:avLst/>
              <a:gdLst/>
              <a:ahLst/>
              <a:cxnLst/>
              <a:rect r="r" b="b" t="t" l="l"/>
              <a:pathLst>
                <a:path h="1350645" w="155829">
                  <a:moveTo>
                    <a:pt x="0" y="0"/>
                  </a:moveTo>
                  <a:lnTo>
                    <a:pt x="155829" y="0"/>
                  </a:lnTo>
                  <a:lnTo>
                    <a:pt x="155829" y="1350645"/>
                  </a:lnTo>
                  <a:lnTo>
                    <a:pt x="0" y="1350645"/>
                  </a:lnTo>
                  <a:close/>
                </a:path>
              </a:pathLst>
            </a:custGeom>
            <a:solidFill>
              <a:srgbClr val="C55A11"/>
            </a:solidFill>
            <a:ln w="25400" cap="sq">
              <a:solidFill>
                <a:srgbClr val="C55A11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1627632" y="6089904"/>
            <a:ext cx="3749040" cy="438912"/>
            <a:chOff x="0" y="0"/>
            <a:chExt cx="4998720" cy="58521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998720" cy="585216"/>
            </a:xfrm>
            <a:custGeom>
              <a:avLst/>
              <a:gdLst/>
              <a:ahLst/>
              <a:cxnLst/>
              <a:rect r="r" b="b" t="t" l="l"/>
              <a:pathLst>
                <a:path h="585216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499872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Blocage pièce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627632" y="6547104"/>
            <a:ext cx="3749040" cy="438912"/>
            <a:chOff x="0" y="0"/>
            <a:chExt cx="4998720" cy="58521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998720" cy="585216"/>
            </a:xfrm>
            <a:custGeom>
              <a:avLst/>
              <a:gdLst/>
              <a:ahLst/>
              <a:cxnLst/>
              <a:rect r="r" b="b" t="t" l="l"/>
              <a:pathLst>
                <a:path h="585216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49987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Q0.0=0 / Q0.2=1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1545319" y="1541783"/>
            <a:ext cx="976379" cy="1012955"/>
            <a:chOff x="0" y="0"/>
            <a:chExt cx="1301839" cy="1350607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301877" cy="1350645"/>
            </a:xfrm>
            <a:custGeom>
              <a:avLst/>
              <a:gdLst/>
              <a:ahLst/>
              <a:cxnLst/>
              <a:rect r="r" b="b" t="t" l="l"/>
              <a:pathLst>
                <a:path h="1350645" w="1301877">
                  <a:moveTo>
                    <a:pt x="0" y="0"/>
                  </a:moveTo>
                  <a:lnTo>
                    <a:pt x="1301877" y="0"/>
                  </a:lnTo>
                  <a:lnTo>
                    <a:pt x="1301877" y="1350645"/>
                  </a:lnTo>
                  <a:lnTo>
                    <a:pt x="0" y="1350645"/>
                  </a:lnTo>
                  <a:close/>
                </a:path>
              </a:pathLst>
            </a:custGeom>
            <a:solidFill>
              <a:srgbClr val="2E75B6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11558016" y="1554480"/>
            <a:ext cx="950976" cy="987552"/>
            <a:chOff x="0" y="0"/>
            <a:chExt cx="1267968" cy="13167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267968" cy="1316736"/>
            </a:xfrm>
            <a:custGeom>
              <a:avLst/>
              <a:gdLst/>
              <a:ahLst/>
              <a:cxnLst/>
              <a:rect r="r" b="b" t="t" l="l"/>
              <a:pathLst>
                <a:path h="1316736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238" t="0" r="-83238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57150"/>
              <a:ext cx="1267968" cy="13738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2606023" y="1541783"/>
            <a:ext cx="4048763" cy="1012955"/>
            <a:chOff x="0" y="0"/>
            <a:chExt cx="5398351" cy="1350607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398389" cy="1350645"/>
            </a:xfrm>
            <a:custGeom>
              <a:avLst/>
              <a:gdLst/>
              <a:ahLst/>
              <a:cxnLst/>
              <a:rect r="r" b="b" t="t" l="l"/>
              <a:pathLst>
                <a:path h="1350645" w="5398389">
                  <a:moveTo>
                    <a:pt x="0" y="0"/>
                  </a:moveTo>
                  <a:lnTo>
                    <a:pt x="5398389" y="0"/>
                  </a:lnTo>
                  <a:lnTo>
                    <a:pt x="5398389" y="1350645"/>
                  </a:lnTo>
                  <a:lnTo>
                    <a:pt x="0" y="1350645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12606023" y="1541783"/>
            <a:ext cx="116843" cy="1012955"/>
            <a:chOff x="0" y="0"/>
            <a:chExt cx="155791" cy="135060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55829" cy="1350645"/>
            </a:xfrm>
            <a:custGeom>
              <a:avLst/>
              <a:gdLst/>
              <a:ahLst/>
              <a:cxnLst/>
              <a:rect r="r" b="b" t="t" l="l"/>
              <a:pathLst>
                <a:path h="1350645" w="155829">
                  <a:moveTo>
                    <a:pt x="0" y="0"/>
                  </a:moveTo>
                  <a:lnTo>
                    <a:pt x="155829" y="0"/>
                  </a:lnTo>
                  <a:lnTo>
                    <a:pt x="155829" y="1350645"/>
                  </a:lnTo>
                  <a:lnTo>
                    <a:pt x="0" y="1350645"/>
                  </a:lnTo>
                  <a:close/>
                </a:path>
              </a:pathLst>
            </a:custGeom>
            <a:solidFill>
              <a:srgbClr val="C55A11"/>
            </a:solidFill>
            <a:ln w="25400" cap="sq">
              <a:solidFill>
                <a:srgbClr val="C55A11"/>
              </a:solidFill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12783312" y="1591056"/>
            <a:ext cx="3749040" cy="438912"/>
            <a:chOff x="0" y="0"/>
            <a:chExt cx="4998720" cy="585216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4998720" cy="585216"/>
            </a:xfrm>
            <a:custGeom>
              <a:avLst/>
              <a:gdLst/>
              <a:ahLst/>
              <a:cxnLst/>
              <a:rect r="r" b="b" t="t" l="l"/>
              <a:pathLst>
                <a:path h="585216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47625"/>
              <a:ext cx="499872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Start Robot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2783312" y="2048256"/>
            <a:ext cx="3749040" cy="438912"/>
            <a:chOff x="0" y="0"/>
            <a:chExt cx="4998720" cy="585216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4998720" cy="585216"/>
            </a:xfrm>
            <a:custGeom>
              <a:avLst/>
              <a:gdLst/>
              <a:ahLst/>
              <a:cxnLst/>
              <a:rect r="r" b="b" t="t" l="l"/>
              <a:pathLst>
                <a:path h="585216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49987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Q0.1 impulsion 200ms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1472167" y="2584199"/>
            <a:ext cx="1122683" cy="61979"/>
            <a:chOff x="0" y="0"/>
            <a:chExt cx="1496911" cy="82639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496949" cy="82677"/>
            </a:xfrm>
            <a:custGeom>
              <a:avLst/>
              <a:gdLst/>
              <a:ahLst/>
              <a:cxnLst/>
              <a:rect r="r" b="b" t="t" l="l"/>
              <a:pathLst>
                <a:path h="82677" w="1496949">
                  <a:moveTo>
                    <a:pt x="0" y="0"/>
                  </a:moveTo>
                  <a:lnTo>
                    <a:pt x="1496949" y="0"/>
                  </a:lnTo>
                  <a:lnTo>
                    <a:pt x="1496949" y="82677"/>
                  </a:lnTo>
                  <a:lnTo>
                    <a:pt x="0" y="82677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107" id="107"/>
          <p:cNvGrpSpPr/>
          <p:nvPr/>
        </p:nvGrpSpPr>
        <p:grpSpPr>
          <a:xfrm rot="0">
            <a:off x="12006272" y="2608069"/>
            <a:ext cx="52626" cy="379981"/>
            <a:chOff x="0" y="0"/>
            <a:chExt cx="70168" cy="506641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70231" cy="506603"/>
            </a:xfrm>
            <a:custGeom>
              <a:avLst/>
              <a:gdLst/>
              <a:ahLst/>
              <a:cxnLst/>
              <a:rect r="r" b="b" t="t" l="l"/>
              <a:pathLst>
                <a:path h="506603" w="70231">
                  <a:moveTo>
                    <a:pt x="0" y="0"/>
                  </a:moveTo>
                  <a:lnTo>
                    <a:pt x="70231" y="506603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875617" t="0" r="-875526" b="-7"/>
              </a:stretch>
            </a:blipFill>
            <a:ln w="508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109" id="109"/>
          <p:cNvGrpSpPr/>
          <p:nvPr/>
        </p:nvGrpSpPr>
        <p:grpSpPr>
          <a:xfrm rot="0">
            <a:off x="12618720" y="2596896"/>
            <a:ext cx="4206240" cy="402336"/>
            <a:chOff x="0" y="0"/>
            <a:chExt cx="5608320" cy="536448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5608320" cy="536448"/>
            </a:xfrm>
            <a:custGeom>
              <a:avLst/>
              <a:gdLst/>
              <a:ahLst/>
              <a:cxnLst/>
              <a:rect r="r" b="b" t="t" l="l"/>
              <a:pathLst>
                <a:path h="53644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56083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2E75B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I0.6=0 Robot démarré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1545319" y="3041399"/>
            <a:ext cx="976379" cy="1012955"/>
            <a:chOff x="0" y="0"/>
            <a:chExt cx="1301839" cy="1350607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301877" cy="1350645"/>
            </a:xfrm>
            <a:custGeom>
              <a:avLst/>
              <a:gdLst/>
              <a:ahLst/>
              <a:cxnLst/>
              <a:rect r="r" b="b" t="t" l="l"/>
              <a:pathLst>
                <a:path h="1350645" w="1301877">
                  <a:moveTo>
                    <a:pt x="0" y="0"/>
                  </a:moveTo>
                  <a:lnTo>
                    <a:pt x="1301877" y="0"/>
                  </a:lnTo>
                  <a:lnTo>
                    <a:pt x="1301877" y="1350645"/>
                  </a:lnTo>
                  <a:lnTo>
                    <a:pt x="0" y="1350645"/>
                  </a:lnTo>
                  <a:close/>
                </a:path>
              </a:pathLst>
            </a:custGeom>
            <a:solidFill>
              <a:srgbClr val="2E75B6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114" id="114"/>
          <p:cNvGrpSpPr/>
          <p:nvPr/>
        </p:nvGrpSpPr>
        <p:grpSpPr>
          <a:xfrm rot="0">
            <a:off x="11558016" y="3054096"/>
            <a:ext cx="950976" cy="987552"/>
            <a:chOff x="0" y="0"/>
            <a:chExt cx="1267968" cy="1316736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267968" cy="1316736"/>
            </a:xfrm>
            <a:custGeom>
              <a:avLst/>
              <a:gdLst/>
              <a:ahLst/>
              <a:cxnLst/>
              <a:rect r="r" b="b" t="t" l="l"/>
              <a:pathLst>
                <a:path h="1316736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238" t="0" r="-83238" b="0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57150"/>
              <a:ext cx="1267968" cy="13738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2606023" y="3041399"/>
            <a:ext cx="4048763" cy="1012955"/>
            <a:chOff x="0" y="0"/>
            <a:chExt cx="5398351" cy="1350607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5398389" cy="1350645"/>
            </a:xfrm>
            <a:custGeom>
              <a:avLst/>
              <a:gdLst/>
              <a:ahLst/>
              <a:cxnLst/>
              <a:rect r="r" b="b" t="t" l="l"/>
              <a:pathLst>
                <a:path h="1350645" w="5398389">
                  <a:moveTo>
                    <a:pt x="0" y="0"/>
                  </a:moveTo>
                  <a:lnTo>
                    <a:pt x="5398389" y="0"/>
                  </a:lnTo>
                  <a:lnTo>
                    <a:pt x="5398389" y="1350645"/>
                  </a:lnTo>
                  <a:lnTo>
                    <a:pt x="0" y="1350645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119" id="119"/>
          <p:cNvGrpSpPr/>
          <p:nvPr/>
        </p:nvGrpSpPr>
        <p:grpSpPr>
          <a:xfrm rot="0">
            <a:off x="12606023" y="3041399"/>
            <a:ext cx="116843" cy="1012955"/>
            <a:chOff x="0" y="0"/>
            <a:chExt cx="155791" cy="1350607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55829" cy="1350645"/>
            </a:xfrm>
            <a:custGeom>
              <a:avLst/>
              <a:gdLst/>
              <a:ahLst/>
              <a:cxnLst/>
              <a:rect r="r" b="b" t="t" l="l"/>
              <a:pathLst>
                <a:path h="1350645" w="155829">
                  <a:moveTo>
                    <a:pt x="0" y="0"/>
                  </a:moveTo>
                  <a:lnTo>
                    <a:pt x="155829" y="0"/>
                  </a:lnTo>
                  <a:lnTo>
                    <a:pt x="155829" y="1350645"/>
                  </a:lnTo>
                  <a:lnTo>
                    <a:pt x="0" y="1350645"/>
                  </a:lnTo>
                  <a:close/>
                </a:path>
              </a:pathLst>
            </a:custGeom>
            <a:solidFill>
              <a:srgbClr val="C55A11"/>
            </a:solidFill>
            <a:ln w="25400" cap="sq">
              <a:solidFill>
                <a:srgbClr val="C55A11"/>
              </a:solidFill>
              <a:prstDash val="solid"/>
              <a:miter/>
            </a:ln>
          </p:spPr>
        </p:sp>
      </p:grpSp>
      <p:grpSp>
        <p:nvGrpSpPr>
          <p:cNvPr name="Group 121" id="121"/>
          <p:cNvGrpSpPr/>
          <p:nvPr/>
        </p:nvGrpSpPr>
        <p:grpSpPr>
          <a:xfrm rot="0">
            <a:off x="12783312" y="3090672"/>
            <a:ext cx="3749040" cy="438912"/>
            <a:chOff x="0" y="0"/>
            <a:chExt cx="4998720" cy="585216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4998720" cy="585216"/>
            </a:xfrm>
            <a:custGeom>
              <a:avLst/>
              <a:gdLst/>
              <a:ahLst/>
              <a:cxnLst/>
              <a:rect r="r" b="b" t="t" l="l"/>
              <a:pathLst>
                <a:path h="585216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47625"/>
              <a:ext cx="499872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Attente robot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2783312" y="3547872"/>
            <a:ext cx="3749040" cy="438912"/>
            <a:chOff x="0" y="0"/>
            <a:chExt cx="4998720" cy="58521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4998720" cy="585216"/>
            </a:xfrm>
            <a:custGeom>
              <a:avLst/>
              <a:gdLst/>
              <a:ahLst/>
              <a:cxnLst/>
              <a:rect r="r" b="b" t="t" l="l"/>
              <a:pathLst>
                <a:path h="585216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38100"/>
              <a:ext cx="49987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Q0.1 = 0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1472167" y="4083815"/>
            <a:ext cx="1122683" cy="61979"/>
            <a:chOff x="0" y="0"/>
            <a:chExt cx="1496911" cy="82639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496949" cy="82677"/>
            </a:xfrm>
            <a:custGeom>
              <a:avLst/>
              <a:gdLst/>
              <a:ahLst/>
              <a:cxnLst/>
              <a:rect r="r" b="b" t="t" l="l"/>
              <a:pathLst>
                <a:path h="82677" w="1496949">
                  <a:moveTo>
                    <a:pt x="0" y="0"/>
                  </a:moveTo>
                  <a:lnTo>
                    <a:pt x="1496949" y="0"/>
                  </a:lnTo>
                  <a:lnTo>
                    <a:pt x="1496949" y="82677"/>
                  </a:lnTo>
                  <a:lnTo>
                    <a:pt x="0" y="82677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129" id="129"/>
          <p:cNvGrpSpPr/>
          <p:nvPr/>
        </p:nvGrpSpPr>
        <p:grpSpPr>
          <a:xfrm rot="0">
            <a:off x="12006272" y="4107685"/>
            <a:ext cx="52626" cy="379981"/>
            <a:chOff x="0" y="0"/>
            <a:chExt cx="70168" cy="506641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70231" cy="506603"/>
            </a:xfrm>
            <a:custGeom>
              <a:avLst/>
              <a:gdLst/>
              <a:ahLst/>
              <a:cxnLst/>
              <a:rect r="r" b="b" t="t" l="l"/>
              <a:pathLst>
                <a:path h="506603" w="70231">
                  <a:moveTo>
                    <a:pt x="0" y="0"/>
                  </a:moveTo>
                  <a:lnTo>
                    <a:pt x="70231" y="506603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875617" t="0" r="-875526" b="-7"/>
              </a:stretch>
            </a:blipFill>
            <a:ln w="508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131" id="131"/>
          <p:cNvGrpSpPr/>
          <p:nvPr/>
        </p:nvGrpSpPr>
        <p:grpSpPr>
          <a:xfrm rot="0">
            <a:off x="12618720" y="4096512"/>
            <a:ext cx="4206240" cy="402336"/>
            <a:chOff x="0" y="0"/>
            <a:chExt cx="5608320" cy="536448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5608320" cy="536448"/>
            </a:xfrm>
            <a:custGeom>
              <a:avLst/>
              <a:gdLst/>
              <a:ahLst/>
              <a:cxnLst/>
              <a:rect r="r" b="b" t="t" l="l"/>
              <a:pathLst>
                <a:path h="53644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56083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2E75B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I0.7=1 Cycle_End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1545319" y="4541015"/>
            <a:ext cx="976379" cy="1012955"/>
            <a:chOff x="0" y="0"/>
            <a:chExt cx="1301839" cy="1350607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1301877" cy="1350645"/>
            </a:xfrm>
            <a:custGeom>
              <a:avLst/>
              <a:gdLst/>
              <a:ahLst/>
              <a:cxnLst/>
              <a:rect r="r" b="b" t="t" l="l"/>
              <a:pathLst>
                <a:path h="1350645" w="1301877">
                  <a:moveTo>
                    <a:pt x="0" y="0"/>
                  </a:moveTo>
                  <a:lnTo>
                    <a:pt x="1301877" y="0"/>
                  </a:lnTo>
                  <a:lnTo>
                    <a:pt x="1301877" y="1350645"/>
                  </a:lnTo>
                  <a:lnTo>
                    <a:pt x="0" y="1350645"/>
                  </a:lnTo>
                  <a:close/>
                </a:path>
              </a:pathLst>
            </a:custGeom>
            <a:solidFill>
              <a:srgbClr val="2E75B6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136" id="136"/>
          <p:cNvGrpSpPr/>
          <p:nvPr/>
        </p:nvGrpSpPr>
        <p:grpSpPr>
          <a:xfrm rot="0">
            <a:off x="11558016" y="4553712"/>
            <a:ext cx="950976" cy="987552"/>
            <a:chOff x="0" y="0"/>
            <a:chExt cx="1267968" cy="1316736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1267968" cy="1316736"/>
            </a:xfrm>
            <a:custGeom>
              <a:avLst/>
              <a:gdLst/>
              <a:ahLst/>
              <a:cxnLst/>
              <a:rect r="r" b="b" t="t" l="l"/>
              <a:pathLst>
                <a:path h="1316736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238" t="0" r="-83238" b="0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57150"/>
              <a:ext cx="1267968" cy="13738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12606023" y="4541015"/>
            <a:ext cx="4048763" cy="1012955"/>
            <a:chOff x="0" y="0"/>
            <a:chExt cx="5398351" cy="1350607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5398389" cy="1350645"/>
            </a:xfrm>
            <a:custGeom>
              <a:avLst/>
              <a:gdLst/>
              <a:ahLst/>
              <a:cxnLst/>
              <a:rect r="r" b="b" t="t" l="l"/>
              <a:pathLst>
                <a:path h="1350645" w="5398389">
                  <a:moveTo>
                    <a:pt x="0" y="0"/>
                  </a:moveTo>
                  <a:lnTo>
                    <a:pt x="5398389" y="0"/>
                  </a:lnTo>
                  <a:lnTo>
                    <a:pt x="5398389" y="1350645"/>
                  </a:lnTo>
                  <a:lnTo>
                    <a:pt x="0" y="1350645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141" id="141"/>
          <p:cNvGrpSpPr/>
          <p:nvPr/>
        </p:nvGrpSpPr>
        <p:grpSpPr>
          <a:xfrm rot="0">
            <a:off x="12606023" y="4541015"/>
            <a:ext cx="116843" cy="1012955"/>
            <a:chOff x="0" y="0"/>
            <a:chExt cx="155791" cy="1350607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155829" cy="1350645"/>
            </a:xfrm>
            <a:custGeom>
              <a:avLst/>
              <a:gdLst/>
              <a:ahLst/>
              <a:cxnLst/>
              <a:rect r="r" b="b" t="t" l="l"/>
              <a:pathLst>
                <a:path h="1350645" w="155829">
                  <a:moveTo>
                    <a:pt x="0" y="0"/>
                  </a:moveTo>
                  <a:lnTo>
                    <a:pt x="155829" y="0"/>
                  </a:lnTo>
                  <a:lnTo>
                    <a:pt x="155829" y="1350645"/>
                  </a:lnTo>
                  <a:lnTo>
                    <a:pt x="0" y="1350645"/>
                  </a:lnTo>
                  <a:close/>
                </a:path>
              </a:pathLst>
            </a:custGeom>
            <a:solidFill>
              <a:srgbClr val="C55A11"/>
            </a:solidFill>
            <a:ln w="25400" cap="sq">
              <a:solidFill>
                <a:srgbClr val="C55A11"/>
              </a:solidFill>
              <a:prstDash val="solid"/>
              <a:miter/>
            </a:ln>
          </p:spPr>
        </p:sp>
      </p:grpSp>
      <p:grpSp>
        <p:nvGrpSpPr>
          <p:cNvPr name="Group 143" id="143"/>
          <p:cNvGrpSpPr/>
          <p:nvPr/>
        </p:nvGrpSpPr>
        <p:grpSpPr>
          <a:xfrm rot="0">
            <a:off x="12783312" y="4590288"/>
            <a:ext cx="3749040" cy="438912"/>
            <a:chOff x="0" y="0"/>
            <a:chExt cx="4998720" cy="585216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4998720" cy="585216"/>
            </a:xfrm>
            <a:custGeom>
              <a:avLst/>
              <a:gdLst/>
              <a:ahLst/>
              <a:cxnLst/>
              <a:rect r="r" b="b" t="t" l="l"/>
              <a:pathLst>
                <a:path h="585216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47625"/>
              <a:ext cx="499872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Libère vérin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2783312" y="5047488"/>
            <a:ext cx="3749040" cy="438912"/>
            <a:chOff x="0" y="0"/>
            <a:chExt cx="4998720" cy="585216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4998720" cy="585216"/>
            </a:xfrm>
            <a:custGeom>
              <a:avLst/>
              <a:gdLst/>
              <a:ahLst/>
              <a:cxnLst/>
              <a:rect r="r" b="b" t="t" l="l"/>
              <a:pathLst>
                <a:path h="585216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38100"/>
              <a:ext cx="49987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Q0.2=0 / Q0.3=1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1472167" y="5583431"/>
            <a:ext cx="1122683" cy="61979"/>
            <a:chOff x="0" y="0"/>
            <a:chExt cx="1496911" cy="82639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496949" cy="82677"/>
            </a:xfrm>
            <a:custGeom>
              <a:avLst/>
              <a:gdLst/>
              <a:ahLst/>
              <a:cxnLst/>
              <a:rect r="r" b="b" t="t" l="l"/>
              <a:pathLst>
                <a:path h="82677" w="1496949">
                  <a:moveTo>
                    <a:pt x="0" y="0"/>
                  </a:moveTo>
                  <a:lnTo>
                    <a:pt x="1496949" y="0"/>
                  </a:lnTo>
                  <a:lnTo>
                    <a:pt x="1496949" y="82677"/>
                  </a:lnTo>
                  <a:lnTo>
                    <a:pt x="0" y="82677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151" id="151"/>
          <p:cNvGrpSpPr/>
          <p:nvPr/>
        </p:nvGrpSpPr>
        <p:grpSpPr>
          <a:xfrm rot="0">
            <a:off x="12006272" y="5607301"/>
            <a:ext cx="52626" cy="379981"/>
            <a:chOff x="0" y="0"/>
            <a:chExt cx="70168" cy="506641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70231" cy="506603"/>
            </a:xfrm>
            <a:custGeom>
              <a:avLst/>
              <a:gdLst/>
              <a:ahLst/>
              <a:cxnLst/>
              <a:rect r="r" b="b" t="t" l="l"/>
              <a:pathLst>
                <a:path h="506603" w="70231">
                  <a:moveTo>
                    <a:pt x="0" y="0"/>
                  </a:moveTo>
                  <a:lnTo>
                    <a:pt x="70231" y="506603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875617" t="0" r="-875526" b="-7"/>
              </a:stretch>
            </a:blipFill>
            <a:ln w="508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153" id="153"/>
          <p:cNvGrpSpPr/>
          <p:nvPr/>
        </p:nvGrpSpPr>
        <p:grpSpPr>
          <a:xfrm rot="0">
            <a:off x="12618720" y="5596128"/>
            <a:ext cx="4206240" cy="402336"/>
            <a:chOff x="0" y="0"/>
            <a:chExt cx="5608320" cy="536448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5608320" cy="536448"/>
            </a:xfrm>
            <a:custGeom>
              <a:avLst/>
              <a:gdLst/>
              <a:ahLst/>
              <a:cxnLst/>
              <a:rect r="r" b="b" t="t" l="l"/>
              <a:pathLst>
                <a:path h="53644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155" id="155"/>
            <p:cNvSpPr txBox="true"/>
            <p:nvPr/>
          </p:nvSpPr>
          <p:spPr>
            <a:xfrm>
              <a:off x="0" y="-38100"/>
              <a:ext cx="56083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2E75B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I0.5 Vérin rentré</a:t>
              </a:r>
            </a:p>
          </p:txBody>
        </p:sp>
      </p:grpSp>
      <p:grpSp>
        <p:nvGrpSpPr>
          <p:cNvPr name="Group 156" id="156"/>
          <p:cNvGrpSpPr/>
          <p:nvPr/>
        </p:nvGrpSpPr>
        <p:grpSpPr>
          <a:xfrm rot="0">
            <a:off x="11545319" y="6040631"/>
            <a:ext cx="976379" cy="1012955"/>
            <a:chOff x="0" y="0"/>
            <a:chExt cx="1301839" cy="1350607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1301877" cy="1350645"/>
            </a:xfrm>
            <a:custGeom>
              <a:avLst/>
              <a:gdLst/>
              <a:ahLst/>
              <a:cxnLst/>
              <a:rect r="r" b="b" t="t" l="l"/>
              <a:pathLst>
                <a:path h="1350645" w="1301877">
                  <a:moveTo>
                    <a:pt x="0" y="0"/>
                  </a:moveTo>
                  <a:lnTo>
                    <a:pt x="1301877" y="0"/>
                  </a:lnTo>
                  <a:lnTo>
                    <a:pt x="1301877" y="1350645"/>
                  </a:lnTo>
                  <a:lnTo>
                    <a:pt x="0" y="1350645"/>
                  </a:lnTo>
                  <a:close/>
                </a:path>
              </a:pathLst>
            </a:custGeom>
            <a:solidFill>
              <a:srgbClr val="2E75B6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158" id="158"/>
          <p:cNvGrpSpPr/>
          <p:nvPr/>
        </p:nvGrpSpPr>
        <p:grpSpPr>
          <a:xfrm rot="0">
            <a:off x="11558016" y="6053328"/>
            <a:ext cx="950976" cy="987552"/>
            <a:chOff x="0" y="0"/>
            <a:chExt cx="1267968" cy="131673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1267968" cy="1316736"/>
            </a:xfrm>
            <a:custGeom>
              <a:avLst/>
              <a:gdLst/>
              <a:ahLst/>
              <a:cxnLst/>
              <a:rect r="r" b="b" t="t" l="l"/>
              <a:pathLst>
                <a:path h="1316736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238" t="0" r="-83238" b="0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57150"/>
              <a:ext cx="1267968" cy="13738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2606023" y="6040631"/>
            <a:ext cx="4048763" cy="1012955"/>
            <a:chOff x="0" y="0"/>
            <a:chExt cx="5398351" cy="1350607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5398389" cy="1350645"/>
            </a:xfrm>
            <a:custGeom>
              <a:avLst/>
              <a:gdLst/>
              <a:ahLst/>
              <a:cxnLst/>
              <a:rect r="r" b="b" t="t" l="l"/>
              <a:pathLst>
                <a:path h="1350645" w="5398389">
                  <a:moveTo>
                    <a:pt x="0" y="0"/>
                  </a:moveTo>
                  <a:lnTo>
                    <a:pt x="5398389" y="0"/>
                  </a:lnTo>
                  <a:lnTo>
                    <a:pt x="5398389" y="1350645"/>
                  </a:lnTo>
                  <a:lnTo>
                    <a:pt x="0" y="1350645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163" id="163"/>
          <p:cNvGrpSpPr/>
          <p:nvPr/>
        </p:nvGrpSpPr>
        <p:grpSpPr>
          <a:xfrm rot="0">
            <a:off x="12606023" y="6040631"/>
            <a:ext cx="116843" cy="1012955"/>
            <a:chOff x="0" y="0"/>
            <a:chExt cx="155791" cy="1350607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155829" cy="1350645"/>
            </a:xfrm>
            <a:custGeom>
              <a:avLst/>
              <a:gdLst/>
              <a:ahLst/>
              <a:cxnLst/>
              <a:rect r="r" b="b" t="t" l="l"/>
              <a:pathLst>
                <a:path h="1350645" w="155829">
                  <a:moveTo>
                    <a:pt x="0" y="0"/>
                  </a:moveTo>
                  <a:lnTo>
                    <a:pt x="155829" y="0"/>
                  </a:lnTo>
                  <a:lnTo>
                    <a:pt x="155829" y="1350645"/>
                  </a:lnTo>
                  <a:lnTo>
                    <a:pt x="0" y="1350645"/>
                  </a:lnTo>
                  <a:close/>
                </a:path>
              </a:pathLst>
            </a:custGeom>
            <a:solidFill>
              <a:srgbClr val="C55A11"/>
            </a:solidFill>
            <a:ln w="25400" cap="sq">
              <a:solidFill>
                <a:srgbClr val="C55A11"/>
              </a:solidFill>
              <a:prstDash val="solid"/>
              <a:miter/>
            </a:ln>
          </p:spPr>
        </p:sp>
      </p:grpSp>
      <p:grpSp>
        <p:nvGrpSpPr>
          <p:cNvPr name="Group 165" id="165"/>
          <p:cNvGrpSpPr/>
          <p:nvPr/>
        </p:nvGrpSpPr>
        <p:grpSpPr>
          <a:xfrm rot="0">
            <a:off x="12783312" y="6089904"/>
            <a:ext cx="3749040" cy="438912"/>
            <a:chOff x="0" y="0"/>
            <a:chExt cx="4998720" cy="585216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4998720" cy="585216"/>
            </a:xfrm>
            <a:custGeom>
              <a:avLst/>
              <a:gdLst/>
              <a:ahLst/>
              <a:cxnLst/>
              <a:rect r="r" b="b" t="t" l="l"/>
              <a:pathLst>
                <a:path h="585216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167" id="167"/>
            <p:cNvSpPr txBox="true"/>
            <p:nvPr/>
          </p:nvSpPr>
          <p:spPr>
            <a:xfrm>
              <a:off x="0" y="-47625"/>
              <a:ext cx="499872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Redémarrage</a:t>
              </a:r>
            </a:p>
          </p:txBody>
        </p:sp>
      </p:grpSp>
      <p:grpSp>
        <p:nvGrpSpPr>
          <p:cNvPr name="Group 168" id="168"/>
          <p:cNvGrpSpPr/>
          <p:nvPr/>
        </p:nvGrpSpPr>
        <p:grpSpPr>
          <a:xfrm rot="0">
            <a:off x="12783312" y="6547104"/>
            <a:ext cx="3749040" cy="438912"/>
            <a:chOff x="0" y="0"/>
            <a:chExt cx="4998720" cy="585216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4998720" cy="585216"/>
            </a:xfrm>
            <a:custGeom>
              <a:avLst/>
              <a:gdLst/>
              <a:ahLst/>
              <a:cxnLst/>
              <a:rect r="r" b="b" t="t" l="l"/>
              <a:pathLst>
                <a:path h="585216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170" id="170"/>
            <p:cNvSpPr txBox="true"/>
            <p:nvPr/>
          </p:nvSpPr>
          <p:spPr>
            <a:xfrm>
              <a:off x="0" y="-38100"/>
              <a:ext cx="49987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Q0.3=0 / Q0.0=1</a:t>
              </a:r>
            </a:p>
          </p:txBody>
        </p:sp>
      </p:grpSp>
      <p:grpSp>
        <p:nvGrpSpPr>
          <p:cNvPr name="Group 171" id="171"/>
          <p:cNvGrpSpPr/>
          <p:nvPr/>
        </p:nvGrpSpPr>
        <p:grpSpPr>
          <a:xfrm rot="0">
            <a:off x="6071616" y="3291840"/>
            <a:ext cx="4937760" cy="548640"/>
            <a:chOff x="0" y="0"/>
            <a:chExt cx="6583680" cy="731520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73" id="173"/>
            <p:cNvSpPr txBox="true"/>
            <p:nvPr/>
          </p:nvSpPr>
          <p:spPr>
            <a:xfrm>
              <a:off x="0" y="-47625"/>
              <a:ext cx="6583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Cycle :</a:t>
              </a:r>
            </a:p>
          </p:txBody>
        </p:sp>
      </p:grpSp>
      <p:grpSp>
        <p:nvGrpSpPr>
          <p:cNvPr name="Group 174" id="174"/>
          <p:cNvGrpSpPr/>
          <p:nvPr/>
        </p:nvGrpSpPr>
        <p:grpSpPr>
          <a:xfrm rot="0">
            <a:off x="6071616" y="3840480"/>
            <a:ext cx="4937760" cy="1645920"/>
            <a:chOff x="0" y="0"/>
            <a:chExt cx="6583680" cy="219456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65836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76" id="176"/>
            <p:cNvSpPr txBox="true"/>
            <p:nvPr/>
          </p:nvSpPr>
          <p:spPr>
            <a:xfrm>
              <a:off x="0" y="-38100"/>
              <a:ext cx="658368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Étapes 0→7 en séquence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Retour automatique :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Étape 7 → Étape 2</a:t>
              </a:r>
            </a:p>
          </p:txBody>
        </p:sp>
      </p:grpSp>
      <p:grpSp>
        <p:nvGrpSpPr>
          <p:cNvPr name="Group 177" id="177"/>
          <p:cNvGrpSpPr/>
          <p:nvPr/>
        </p:nvGrpSpPr>
        <p:grpSpPr>
          <a:xfrm rot="0">
            <a:off x="6058919" y="5748023"/>
            <a:ext cx="4963163" cy="1397003"/>
            <a:chOff x="0" y="0"/>
            <a:chExt cx="6617551" cy="1862671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6617589" cy="1862709"/>
            </a:xfrm>
            <a:custGeom>
              <a:avLst/>
              <a:gdLst/>
              <a:ahLst/>
              <a:cxnLst/>
              <a:rect r="r" b="b" t="t" l="l"/>
              <a:pathLst>
                <a:path h="1862709" w="6617589">
                  <a:moveTo>
                    <a:pt x="0" y="0"/>
                  </a:moveTo>
                  <a:lnTo>
                    <a:pt x="6617589" y="0"/>
                  </a:lnTo>
                  <a:lnTo>
                    <a:pt x="6617589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C55A11">
                <a:alpha val="72157"/>
              </a:srgbClr>
            </a:solidFill>
            <a:ln w="25400" cap="sq">
              <a:solidFill>
                <a:srgbClr val="C55A11"/>
              </a:solidFill>
              <a:prstDash val="solid"/>
              <a:miter/>
            </a:ln>
          </p:spPr>
        </p:sp>
      </p:grpSp>
      <p:grpSp>
        <p:nvGrpSpPr>
          <p:cNvPr name="Group 179" id="179"/>
          <p:cNvGrpSpPr/>
          <p:nvPr/>
        </p:nvGrpSpPr>
        <p:grpSpPr>
          <a:xfrm rot="0">
            <a:off x="6254496" y="5815584"/>
            <a:ext cx="4572000" cy="1243584"/>
            <a:chOff x="0" y="0"/>
            <a:chExt cx="6096000" cy="1658112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6096000" cy="1658112"/>
            </a:xfrm>
            <a:custGeom>
              <a:avLst/>
              <a:gdLst/>
              <a:ahLst/>
              <a:cxnLst/>
              <a:rect r="r" b="b" t="t" l="l"/>
              <a:pathLst>
                <a:path h="165811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36" r="0" b="-21636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38100"/>
              <a:ext cx="6096000" cy="16962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Sécurité :</a:t>
              </a:r>
            </a:p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I0.3=0 (E-Stop)</a:t>
              </a:r>
            </a:p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 Forçage étape 0</a:t>
              </a:r>
            </a:p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 Toutes sorties à 0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789557"/>
            </a:xfrm>
            <a:custGeom>
              <a:avLst/>
              <a:gdLst/>
              <a:ahLst/>
              <a:cxnLst/>
              <a:rect r="r" b="b" t="t" l="l"/>
              <a:pathLst>
                <a:path h="178955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2E75B6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548640" y="0"/>
            <a:ext cx="17190720" cy="1316736"/>
            <a:chOff x="0" y="0"/>
            <a:chExt cx="22920960" cy="17556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920961" cy="1755648"/>
            </a:xfrm>
            <a:custGeom>
              <a:avLst/>
              <a:gdLst/>
              <a:ahLst/>
              <a:cxnLst/>
              <a:rect r="r" b="b" t="t" l="l"/>
              <a:pathLst>
                <a:path h="175564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387" r="0" b="-20438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920960" cy="18318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— Programmation Ladder (IEC 61131-3)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89639" y="1541783"/>
            <a:ext cx="8620763" cy="3865883"/>
            <a:chOff x="0" y="0"/>
            <a:chExt cx="11494351" cy="51545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494389" cy="5154549"/>
            </a:xfrm>
            <a:custGeom>
              <a:avLst/>
              <a:gdLst/>
              <a:ahLst/>
              <a:cxnLst/>
              <a:rect r="r" b="b" t="t" l="l"/>
              <a:pathLst>
                <a:path h="5154549" w="11494389">
                  <a:moveTo>
                    <a:pt x="0" y="0"/>
                  </a:moveTo>
                  <a:lnTo>
                    <a:pt x="11494389" y="0"/>
                  </a:lnTo>
                  <a:lnTo>
                    <a:pt x="11494389" y="5154549"/>
                  </a:lnTo>
                  <a:lnTo>
                    <a:pt x="0" y="5154549"/>
                  </a:ln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389639" y="1541783"/>
            <a:ext cx="8620763" cy="720347"/>
            <a:chOff x="0" y="0"/>
            <a:chExt cx="11494351" cy="96046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494389" cy="960501"/>
            </a:xfrm>
            <a:custGeom>
              <a:avLst/>
              <a:gdLst/>
              <a:ahLst/>
              <a:cxnLst/>
              <a:rect r="r" b="b" t="t" l="l"/>
              <a:pathLst>
                <a:path h="960501" w="11494389">
                  <a:moveTo>
                    <a:pt x="0" y="0"/>
                  </a:moveTo>
                  <a:lnTo>
                    <a:pt x="11494389" y="0"/>
                  </a:lnTo>
                  <a:lnTo>
                    <a:pt x="1149438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585216" y="1554480"/>
            <a:ext cx="8229600" cy="694944"/>
            <a:chOff x="0" y="0"/>
            <a:chExt cx="10972800" cy="9265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743" r="0" b="-18074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09728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Réseau 1 — Marche/Arrêt Convoyeur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21792" y="2284476"/>
            <a:ext cx="8156448" cy="296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+-[ I0.0 ]--+--[/I0.1]--[/I0.3]--[/M0.0]--(Q0.0)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| [START]   |  [STOP]   [ESTOP]   [Piece]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+-[ Q0.0 ]--+  ← auto-maintien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533639" y="1541783"/>
            <a:ext cx="8620763" cy="3865883"/>
            <a:chOff x="0" y="0"/>
            <a:chExt cx="11494351" cy="515451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494389" cy="5154549"/>
            </a:xfrm>
            <a:custGeom>
              <a:avLst/>
              <a:gdLst/>
              <a:ahLst/>
              <a:cxnLst/>
              <a:rect r="r" b="b" t="t" l="l"/>
              <a:pathLst>
                <a:path h="5154549" w="11494389">
                  <a:moveTo>
                    <a:pt x="0" y="0"/>
                  </a:moveTo>
                  <a:lnTo>
                    <a:pt x="11494389" y="0"/>
                  </a:lnTo>
                  <a:lnTo>
                    <a:pt x="11494389" y="5154549"/>
                  </a:lnTo>
                  <a:lnTo>
                    <a:pt x="0" y="5154549"/>
                  </a:ln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533639" y="1541783"/>
            <a:ext cx="8620763" cy="720347"/>
            <a:chOff x="0" y="0"/>
            <a:chExt cx="11494351" cy="96046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494389" cy="960501"/>
            </a:xfrm>
            <a:custGeom>
              <a:avLst/>
              <a:gdLst/>
              <a:ahLst/>
              <a:cxnLst/>
              <a:rect r="r" b="b" t="t" l="l"/>
              <a:pathLst>
                <a:path h="960501" w="11494389">
                  <a:moveTo>
                    <a:pt x="0" y="0"/>
                  </a:moveTo>
                  <a:lnTo>
                    <a:pt x="11494389" y="0"/>
                  </a:lnTo>
                  <a:lnTo>
                    <a:pt x="1149438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729216" y="1554480"/>
            <a:ext cx="8229600" cy="694944"/>
            <a:chOff x="0" y="0"/>
            <a:chExt cx="10972800" cy="9265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743" r="0" b="-18074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09728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Réseau 3 — Commande Vérin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765792" y="2284476"/>
            <a:ext cx="8156448" cy="296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+-[ M0.0 ]--[/I0.3]-------( Q0.2 ) Vérin+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+-[ M0.0 ]--[/I0.3]-------( R Q0.3) Reset−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389639" y="5748023"/>
            <a:ext cx="8620763" cy="3865883"/>
            <a:chOff x="0" y="0"/>
            <a:chExt cx="11494351" cy="51545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494389" cy="5154549"/>
            </a:xfrm>
            <a:custGeom>
              <a:avLst/>
              <a:gdLst/>
              <a:ahLst/>
              <a:cxnLst/>
              <a:rect r="r" b="b" t="t" l="l"/>
              <a:pathLst>
                <a:path h="5154549" w="11494389">
                  <a:moveTo>
                    <a:pt x="0" y="0"/>
                  </a:moveTo>
                  <a:lnTo>
                    <a:pt x="11494389" y="0"/>
                  </a:lnTo>
                  <a:lnTo>
                    <a:pt x="11494389" y="5154549"/>
                  </a:lnTo>
                  <a:lnTo>
                    <a:pt x="0" y="5154549"/>
                  </a:ln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389639" y="5748023"/>
            <a:ext cx="8620763" cy="720347"/>
            <a:chOff x="0" y="0"/>
            <a:chExt cx="11494351" cy="96046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494389" cy="960501"/>
            </a:xfrm>
            <a:custGeom>
              <a:avLst/>
              <a:gdLst/>
              <a:ahLst/>
              <a:cxnLst/>
              <a:rect r="r" b="b" t="t" l="l"/>
              <a:pathLst>
                <a:path h="960501" w="11494389">
                  <a:moveTo>
                    <a:pt x="0" y="0"/>
                  </a:moveTo>
                  <a:lnTo>
                    <a:pt x="11494389" y="0"/>
                  </a:lnTo>
                  <a:lnTo>
                    <a:pt x="1149438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585216" y="5760720"/>
            <a:ext cx="8229600" cy="694944"/>
            <a:chOff x="0" y="0"/>
            <a:chExt cx="10972800" cy="9265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743" r="0" b="-18074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09728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Réseau 4 — Start Robot (200ms)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621792" y="6490716"/>
            <a:ext cx="8156448" cy="296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+-[M0.0]--[I0.4]--[I0.6]--[/I0.3]--[TP T2]--+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                    |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+-[ T2.Q ]-----------------------------( Q0.1 )--+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533639" y="5748023"/>
            <a:ext cx="8620763" cy="3865883"/>
            <a:chOff x="0" y="0"/>
            <a:chExt cx="11494351" cy="515451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494389" cy="5154549"/>
            </a:xfrm>
            <a:custGeom>
              <a:avLst/>
              <a:gdLst/>
              <a:ahLst/>
              <a:cxnLst/>
              <a:rect r="r" b="b" t="t" l="l"/>
              <a:pathLst>
                <a:path h="5154549" w="11494389">
                  <a:moveTo>
                    <a:pt x="0" y="0"/>
                  </a:moveTo>
                  <a:lnTo>
                    <a:pt x="11494389" y="0"/>
                  </a:lnTo>
                  <a:lnTo>
                    <a:pt x="11494389" y="5154549"/>
                  </a:lnTo>
                  <a:lnTo>
                    <a:pt x="0" y="5154549"/>
                  </a:ln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533639" y="5748023"/>
            <a:ext cx="8620763" cy="720347"/>
            <a:chOff x="0" y="0"/>
            <a:chExt cx="11494351" cy="96046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494389" cy="960501"/>
            </a:xfrm>
            <a:custGeom>
              <a:avLst/>
              <a:gdLst/>
              <a:ahLst/>
              <a:cxnLst/>
              <a:rect r="r" b="b" t="t" l="l"/>
              <a:pathLst>
                <a:path h="960501" w="11494389">
                  <a:moveTo>
                    <a:pt x="0" y="0"/>
                  </a:moveTo>
                  <a:lnTo>
                    <a:pt x="11494389" y="0"/>
                  </a:lnTo>
                  <a:lnTo>
                    <a:pt x="1149438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729216" y="5760720"/>
            <a:ext cx="8229600" cy="694944"/>
            <a:chOff x="0" y="0"/>
            <a:chExt cx="10972800" cy="9265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743" r="0" b="-18074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09728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Réseau 7 — Gestion Défauts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9765792" y="6490716"/>
            <a:ext cx="8156448" cy="296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+-[ I1.0  ]------------------( S M10.1 ) Robot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+-[ M10.0 ]------------------( S M10.1 ) Timeout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+-[ M10.1 ]--[/I0.3]----------( Q0.5   ) Rouge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789557"/>
            </a:xfrm>
            <a:custGeom>
              <a:avLst/>
              <a:gdLst/>
              <a:ahLst/>
              <a:cxnLst/>
              <a:rect r="r" b="b" t="t" l="l"/>
              <a:pathLst>
                <a:path h="178955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548640" y="0"/>
            <a:ext cx="17190720" cy="1316736"/>
            <a:chOff x="0" y="0"/>
            <a:chExt cx="22920960" cy="17556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920961" cy="1755648"/>
            </a:xfrm>
            <a:custGeom>
              <a:avLst/>
              <a:gdLst/>
              <a:ahLst/>
              <a:cxnLst/>
              <a:rect r="r" b="b" t="t" l="l"/>
              <a:pathLst>
                <a:path h="175564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387" r="0" b="-20438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920960" cy="18318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— Communication PROFINET IO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89639" y="1541783"/>
            <a:ext cx="8072123" cy="3683003"/>
            <a:chOff x="0" y="0"/>
            <a:chExt cx="10762831" cy="49106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62869" cy="4910709"/>
            </a:xfrm>
            <a:custGeom>
              <a:avLst/>
              <a:gdLst/>
              <a:ahLst/>
              <a:cxnLst/>
              <a:rect r="r" b="b" t="t" l="l"/>
              <a:pathLst>
                <a:path h="4910709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4910709"/>
                  </a:lnTo>
                  <a:lnTo>
                    <a:pt x="0" y="4910709"/>
                  </a:lnTo>
                  <a:close/>
                </a:path>
              </a:pathLst>
            </a:custGeom>
            <a:solidFill>
              <a:srgbClr val="D6E4F0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48640" y="1609344"/>
            <a:ext cx="7680960" cy="640080"/>
            <a:chOff x="0" y="0"/>
            <a:chExt cx="10241280" cy="8534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02412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Configuration Réseau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35943" y="2291591"/>
            <a:ext cx="7706363" cy="1159259"/>
            <a:chOff x="0" y="0"/>
            <a:chExt cx="10275151" cy="154567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75189" cy="1545717"/>
            </a:xfrm>
            <a:custGeom>
              <a:avLst/>
              <a:gdLst/>
              <a:ahLst/>
              <a:cxnLst/>
              <a:rect r="r" b="b" t="t" l="l"/>
              <a:pathLst>
                <a:path h="1545717" w="10275189">
                  <a:moveTo>
                    <a:pt x="0" y="0"/>
                  </a:moveTo>
                  <a:lnTo>
                    <a:pt x="10275189" y="0"/>
                  </a:lnTo>
                  <a:lnTo>
                    <a:pt x="10275189" y="1545717"/>
                  </a:lnTo>
                  <a:lnTo>
                    <a:pt x="0" y="154571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694944" y="2377440"/>
            <a:ext cx="7315200" cy="438912"/>
            <a:chOff x="0" y="0"/>
            <a:chExt cx="9753600" cy="5852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53600" cy="585216"/>
            </a:xfrm>
            <a:custGeom>
              <a:avLst/>
              <a:gdLst/>
              <a:ahLst/>
              <a:cxnLst/>
              <a:rect r="r" b="b" t="t" l="l"/>
              <a:pathLst>
                <a:path h="58521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7536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PLC S7-1200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94944" y="2852928"/>
            <a:ext cx="7315200" cy="438912"/>
            <a:chOff x="0" y="0"/>
            <a:chExt cx="9753600" cy="5852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53600" cy="585216"/>
            </a:xfrm>
            <a:custGeom>
              <a:avLst/>
              <a:gdLst/>
              <a:ahLst/>
              <a:cxnLst/>
              <a:rect r="r" b="b" t="t" l="l"/>
              <a:pathLst>
                <a:path h="58521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7536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55555"/>
                  </a:solidFill>
                  <a:latin typeface="Consolas"/>
                  <a:ea typeface="Consolas"/>
                  <a:cs typeface="Consolas"/>
                  <a:sym typeface="Consolas"/>
                </a:rPr>
                <a:t>IP : 192.168.1.1  |  Nom : plc-kuka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35943" y="3608327"/>
            <a:ext cx="7706363" cy="1159259"/>
            <a:chOff x="0" y="0"/>
            <a:chExt cx="10275151" cy="154567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75189" cy="1545717"/>
            </a:xfrm>
            <a:custGeom>
              <a:avLst/>
              <a:gdLst/>
              <a:ahLst/>
              <a:cxnLst/>
              <a:rect r="r" b="b" t="t" l="l"/>
              <a:pathLst>
                <a:path h="1545717" w="10275189">
                  <a:moveTo>
                    <a:pt x="0" y="0"/>
                  </a:moveTo>
                  <a:lnTo>
                    <a:pt x="10275189" y="0"/>
                  </a:lnTo>
                  <a:lnTo>
                    <a:pt x="10275189" y="1545717"/>
                  </a:lnTo>
                  <a:lnTo>
                    <a:pt x="0" y="154571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94944" y="3694176"/>
            <a:ext cx="7315200" cy="438912"/>
            <a:chOff x="0" y="0"/>
            <a:chExt cx="9753600" cy="5852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753600" cy="585216"/>
            </a:xfrm>
            <a:custGeom>
              <a:avLst/>
              <a:gdLst/>
              <a:ahLst/>
              <a:cxnLst/>
              <a:rect r="r" b="b" t="t" l="l"/>
              <a:pathLst>
                <a:path h="58521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97536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KRC4 Robot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94944" y="4169664"/>
            <a:ext cx="7315200" cy="438912"/>
            <a:chOff x="0" y="0"/>
            <a:chExt cx="9753600" cy="5852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753600" cy="585216"/>
            </a:xfrm>
            <a:custGeom>
              <a:avLst/>
              <a:gdLst/>
              <a:ahLst/>
              <a:cxnLst/>
              <a:rect r="r" b="b" t="t" l="l"/>
              <a:pathLst>
                <a:path h="58521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97536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55555"/>
                  </a:solidFill>
                  <a:latin typeface="Consolas"/>
                  <a:ea typeface="Consolas"/>
                  <a:cs typeface="Consolas"/>
                  <a:sym typeface="Consolas"/>
                </a:rPr>
                <a:t>IP : 192.168.1.2  |  Nom : kuka-robot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48640" y="4974336"/>
            <a:ext cx="7680960" cy="512064"/>
            <a:chOff x="0" y="0"/>
            <a:chExt cx="10241280" cy="6827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0241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55A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Cycle comm. : 8 ms  |  PDU : 32 octets / sens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89639" y="5620007"/>
            <a:ext cx="8072123" cy="683771"/>
            <a:chOff x="0" y="0"/>
            <a:chExt cx="10762831" cy="91169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762869" cy="911733"/>
            </a:xfrm>
            <a:custGeom>
              <a:avLst/>
              <a:gdLst/>
              <a:ahLst/>
              <a:cxnLst/>
              <a:rect r="r" b="b" t="t" l="l"/>
              <a:pathLst>
                <a:path h="911733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911733"/>
                  </a:lnTo>
                  <a:lnTo>
                    <a:pt x="0" y="911733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548640" y="5632704"/>
            <a:ext cx="7680960" cy="658368"/>
            <a:chOff x="0" y="0"/>
            <a:chExt cx="10241280" cy="87782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241280" cy="877824"/>
            </a:xfrm>
            <a:custGeom>
              <a:avLst/>
              <a:gdLst/>
              <a:ahLst/>
              <a:cxnLst/>
              <a:rect r="r" b="b" t="t" l="l"/>
              <a:pathLst>
                <a:path h="87782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024128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Bit PLC       Variable KRL    Signal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389639" y="6278375"/>
            <a:ext cx="8072123" cy="793499"/>
            <a:chOff x="0" y="0"/>
            <a:chExt cx="10762831" cy="105799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762869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F2F2F2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512064" y="6291072"/>
            <a:ext cx="1920240" cy="768096"/>
            <a:chOff x="0" y="0"/>
            <a:chExt cx="2560320" cy="102412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5603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56032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E75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Q0.1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468880" y="6291072"/>
            <a:ext cx="2377440" cy="768096"/>
            <a:chOff x="0" y="0"/>
            <a:chExt cx="3169920" cy="102412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169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10" r="0" b="-1031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31699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55555"/>
                  </a:solidFill>
                  <a:latin typeface="Consolas"/>
                  <a:ea typeface="Consolas"/>
                  <a:cs typeface="Consolas"/>
                  <a:sym typeface="Consolas"/>
                </a:rPr>
                <a:t>$IN[1]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901184" y="6291072"/>
            <a:ext cx="3383280" cy="768096"/>
            <a:chOff x="0" y="0"/>
            <a:chExt cx="4511040" cy="102412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5110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26" r="0" b="-3582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451104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START_ROBOT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389639" y="7083047"/>
            <a:ext cx="8072123" cy="793499"/>
            <a:chOff x="0" y="0"/>
            <a:chExt cx="10762831" cy="105799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762869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512064" y="7095744"/>
            <a:ext cx="1920240" cy="768096"/>
            <a:chOff x="0" y="0"/>
            <a:chExt cx="2560320" cy="102412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5603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56032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E75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DBX0.1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2468880" y="7095744"/>
            <a:ext cx="2377440" cy="768096"/>
            <a:chOff x="0" y="0"/>
            <a:chExt cx="3169920" cy="102412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169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10" r="0" b="-1031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31699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55555"/>
                  </a:solidFill>
                  <a:latin typeface="Consolas"/>
                  <a:ea typeface="Consolas"/>
                  <a:cs typeface="Consolas"/>
                  <a:sym typeface="Consolas"/>
                </a:rPr>
                <a:t>$IN[2]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4901184" y="7095744"/>
            <a:ext cx="3383280" cy="768096"/>
            <a:chOff x="0" y="0"/>
            <a:chExt cx="4511040" cy="102412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5110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26" r="0" b="-35826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451104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RESET_ROBOT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389639" y="7887719"/>
            <a:ext cx="8072123" cy="793499"/>
            <a:chOff x="0" y="0"/>
            <a:chExt cx="10762831" cy="1057999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762869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F2F2F2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512064" y="7900416"/>
            <a:ext cx="1920240" cy="768096"/>
            <a:chOff x="0" y="0"/>
            <a:chExt cx="2560320" cy="102412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5603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256032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E75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DBX0.3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2468880" y="7900416"/>
            <a:ext cx="2377440" cy="768096"/>
            <a:chOff x="0" y="0"/>
            <a:chExt cx="3169920" cy="102412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169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10" r="0" b="-1031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31699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55555"/>
                  </a:solidFill>
                  <a:latin typeface="Consolas"/>
                  <a:ea typeface="Consolas"/>
                  <a:cs typeface="Consolas"/>
                  <a:sym typeface="Consolas"/>
                </a:rPr>
                <a:t>$IN[4]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4901184" y="7900416"/>
            <a:ext cx="3383280" cy="768096"/>
            <a:chOff x="0" y="0"/>
            <a:chExt cx="4511040" cy="102412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5110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26" r="0" b="-35826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451104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PIECE_TYPE_A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389639" y="8692391"/>
            <a:ext cx="8072123" cy="793499"/>
            <a:chOff x="0" y="0"/>
            <a:chExt cx="10762831" cy="105799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762869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512064" y="8705088"/>
            <a:ext cx="1920240" cy="768096"/>
            <a:chOff x="0" y="0"/>
            <a:chExt cx="2560320" cy="102412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5603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256032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E75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DBX0.6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2468880" y="8705088"/>
            <a:ext cx="2377440" cy="768096"/>
            <a:chOff x="0" y="0"/>
            <a:chExt cx="3169920" cy="102412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169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10" r="0" b="-1031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31699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55555"/>
                  </a:solidFill>
                  <a:latin typeface="Consolas"/>
                  <a:ea typeface="Consolas"/>
                  <a:cs typeface="Consolas"/>
                  <a:sym typeface="Consolas"/>
                </a:rPr>
                <a:t>$IN[7]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4901184" y="8705088"/>
            <a:ext cx="3383280" cy="768096"/>
            <a:chOff x="0" y="0"/>
            <a:chExt cx="4511040" cy="102412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5110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26" r="0" b="-35826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451104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HOME_REQ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326880" y="1554480"/>
            <a:ext cx="8595360" cy="694944"/>
            <a:chOff x="0" y="0"/>
            <a:chExt cx="11460480" cy="92659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1460480" cy="926592"/>
            </a:xfrm>
            <a:custGeom>
              <a:avLst/>
              <a:gdLst/>
              <a:ahLst/>
              <a:cxnLst/>
              <a:rect r="r" b="b" t="t" l="l"/>
              <a:pathLst>
                <a:path h="926592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999" r="0" b="-190999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57150"/>
              <a:ext cx="1146048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Diagramme de Séquence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314183" y="2364743"/>
            <a:ext cx="8620763" cy="1086107"/>
            <a:chOff x="0" y="0"/>
            <a:chExt cx="11494351" cy="1448143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1494389" cy="1448181"/>
            </a:xfrm>
            <a:custGeom>
              <a:avLst/>
              <a:gdLst/>
              <a:ahLst/>
              <a:cxnLst/>
              <a:rect r="r" b="b" t="t" l="l"/>
              <a:pathLst>
                <a:path h="1448181" w="11494389">
                  <a:moveTo>
                    <a:pt x="0" y="0"/>
                  </a:moveTo>
                  <a:lnTo>
                    <a:pt x="11494389" y="0"/>
                  </a:lnTo>
                  <a:lnTo>
                    <a:pt x="11494389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F2F2F2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9314183" y="2364743"/>
            <a:ext cx="793499" cy="1086107"/>
            <a:chOff x="0" y="0"/>
            <a:chExt cx="1057999" cy="1448143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058037" cy="1448181"/>
            </a:xfrm>
            <a:custGeom>
              <a:avLst/>
              <a:gdLst/>
              <a:ahLst/>
              <a:cxnLst/>
              <a:rect r="r" b="b" t="t" l="l"/>
              <a:pathLst>
                <a:path h="1448181" w="1058037">
                  <a:moveTo>
                    <a:pt x="0" y="0"/>
                  </a:moveTo>
                  <a:lnTo>
                    <a:pt x="1058037" y="0"/>
                  </a:lnTo>
                  <a:lnTo>
                    <a:pt x="1058037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2E75B6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9326880" y="2377440"/>
            <a:ext cx="768096" cy="1060704"/>
            <a:chOff x="0" y="0"/>
            <a:chExt cx="1024128" cy="141427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024128" cy="1414272"/>
            </a:xfrm>
            <a:custGeom>
              <a:avLst/>
              <a:gdLst/>
              <a:ahLst/>
              <a:cxnLst/>
              <a:rect r="r" b="b" t="t" l="l"/>
              <a:pathLst>
                <a:path h="1414272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7181" t="0" r="-127181" b="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57150"/>
              <a:ext cx="1024128" cy="1471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0204704" y="2450592"/>
            <a:ext cx="7498080" cy="512064"/>
            <a:chOff x="0" y="0"/>
            <a:chExt cx="9997440" cy="68275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47625"/>
              <a:ext cx="99974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Q0.1=1 : START_ROBOT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0204704" y="2962656"/>
            <a:ext cx="7498080" cy="402336"/>
            <a:chOff x="0" y="0"/>
            <a:chExt cx="9997440" cy="53644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9997440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130" r="0" b="-31313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99974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impulsion 200ms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9314183" y="3608327"/>
            <a:ext cx="8620763" cy="1086107"/>
            <a:chOff x="0" y="0"/>
            <a:chExt cx="11494351" cy="1448143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1494389" cy="1448181"/>
            </a:xfrm>
            <a:custGeom>
              <a:avLst/>
              <a:gdLst/>
              <a:ahLst/>
              <a:cxnLst/>
              <a:rect r="r" b="b" t="t" l="l"/>
              <a:pathLst>
                <a:path h="1448181" w="11494389">
                  <a:moveTo>
                    <a:pt x="0" y="0"/>
                  </a:moveTo>
                  <a:lnTo>
                    <a:pt x="11494389" y="0"/>
                  </a:lnTo>
                  <a:lnTo>
                    <a:pt x="11494389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98" id="98"/>
          <p:cNvGrpSpPr/>
          <p:nvPr/>
        </p:nvGrpSpPr>
        <p:grpSpPr>
          <a:xfrm rot="0">
            <a:off x="9314183" y="3608327"/>
            <a:ext cx="793499" cy="1086107"/>
            <a:chOff x="0" y="0"/>
            <a:chExt cx="1057999" cy="1448143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058037" cy="1448181"/>
            </a:xfrm>
            <a:custGeom>
              <a:avLst/>
              <a:gdLst/>
              <a:ahLst/>
              <a:cxnLst/>
              <a:rect r="r" b="b" t="t" l="l"/>
              <a:pathLst>
                <a:path h="1448181" w="1058037">
                  <a:moveTo>
                    <a:pt x="0" y="0"/>
                  </a:moveTo>
                  <a:lnTo>
                    <a:pt x="1058037" y="0"/>
                  </a:lnTo>
                  <a:lnTo>
                    <a:pt x="1058037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555555"/>
            </a:solidFill>
            <a:ln w="254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9326880" y="3621024"/>
            <a:ext cx="768096" cy="1060704"/>
            <a:chOff x="0" y="0"/>
            <a:chExt cx="1024128" cy="141427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024128" cy="1414272"/>
            </a:xfrm>
            <a:custGeom>
              <a:avLst/>
              <a:gdLst/>
              <a:ahLst/>
              <a:cxnLst/>
              <a:rect r="r" b="b" t="t" l="l"/>
              <a:pathLst>
                <a:path h="1414272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7181" t="0" r="-127181" b="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57150"/>
              <a:ext cx="1024128" cy="1471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←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0204704" y="3694176"/>
            <a:ext cx="7498080" cy="512064"/>
            <a:chOff x="0" y="0"/>
            <a:chExt cx="9997440" cy="682752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47625"/>
              <a:ext cx="99974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$OUT[1]=0 : Robot_Ready=0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0204704" y="4206240"/>
            <a:ext cx="7498080" cy="402336"/>
            <a:chOff x="0" y="0"/>
            <a:chExt cx="9997440" cy="536448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9997440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130" r="0" b="-313130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99974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robot en mouvement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9314183" y="4851911"/>
            <a:ext cx="8620763" cy="1086107"/>
            <a:chOff x="0" y="0"/>
            <a:chExt cx="11494351" cy="1448143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1494389" cy="1448181"/>
            </a:xfrm>
            <a:custGeom>
              <a:avLst/>
              <a:gdLst/>
              <a:ahLst/>
              <a:cxnLst/>
              <a:rect r="r" b="b" t="t" l="l"/>
              <a:pathLst>
                <a:path h="1448181" w="11494389">
                  <a:moveTo>
                    <a:pt x="0" y="0"/>
                  </a:moveTo>
                  <a:lnTo>
                    <a:pt x="11494389" y="0"/>
                  </a:lnTo>
                  <a:lnTo>
                    <a:pt x="11494389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F2F2F2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111" id="111"/>
          <p:cNvGrpSpPr/>
          <p:nvPr/>
        </p:nvGrpSpPr>
        <p:grpSpPr>
          <a:xfrm rot="0">
            <a:off x="9314183" y="4851911"/>
            <a:ext cx="793499" cy="1086107"/>
            <a:chOff x="0" y="0"/>
            <a:chExt cx="1057999" cy="1448143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058037" cy="1448181"/>
            </a:xfrm>
            <a:custGeom>
              <a:avLst/>
              <a:gdLst/>
              <a:ahLst/>
              <a:cxnLst/>
              <a:rect r="r" b="b" t="t" l="l"/>
              <a:pathLst>
                <a:path h="1448181" w="1058037">
                  <a:moveTo>
                    <a:pt x="0" y="0"/>
                  </a:moveTo>
                  <a:lnTo>
                    <a:pt x="1058037" y="0"/>
                  </a:lnTo>
                  <a:lnTo>
                    <a:pt x="1058037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CCCCCC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113" id="113"/>
          <p:cNvGrpSpPr/>
          <p:nvPr/>
        </p:nvGrpSpPr>
        <p:grpSpPr>
          <a:xfrm rot="0">
            <a:off x="9326880" y="4864608"/>
            <a:ext cx="768096" cy="1060704"/>
            <a:chOff x="0" y="0"/>
            <a:chExt cx="1024128" cy="141427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024128" cy="1414272"/>
            </a:xfrm>
            <a:custGeom>
              <a:avLst/>
              <a:gdLst/>
              <a:ahLst/>
              <a:cxnLst/>
              <a:rect r="r" b="b" t="t" l="l"/>
              <a:pathLst>
                <a:path h="1414272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7181" t="0" r="-127181" b="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57150"/>
              <a:ext cx="1024128" cy="1471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↕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0204704" y="4937760"/>
            <a:ext cx="7498080" cy="512064"/>
            <a:chOff x="0" y="0"/>
            <a:chExt cx="9997440" cy="68275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47625"/>
              <a:ext cx="99974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Cycle interne robot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0204704" y="5449824"/>
            <a:ext cx="7498080" cy="402336"/>
            <a:chOff x="0" y="0"/>
            <a:chExt cx="9997440" cy="536448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9997440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130" r="0" b="-313130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99974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PTP → LIN → prise → dépose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9314183" y="6095495"/>
            <a:ext cx="8620763" cy="1086107"/>
            <a:chOff x="0" y="0"/>
            <a:chExt cx="11494351" cy="1448143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1494389" cy="1448181"/>
            </a:xfrm>
            <a:custGeom>
              <a:avLst/>
              <a:gdLst/>
              <a:ahLst/>
              <a:cxnLst/>
              <a:rect r="r" b="b" t="t" l="l"/>
              <a:pathLst>
                <a:path h="1448181" w="11494389">
                  <a:moveTo>
                    <a:pt x="0" y="0"/>
                  </a:moveTo>
                  <a:lnTo>
                    <a:pt x="11494389" y="0"/>
                  </a:lnTo>
                  <a:lnTo>
                    <a:pt x="11494389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124" id="124"/>
          <p:cNvGrpSpPr/>
          <p:nvPr/>
        </p:nvGrpSpPr>
        <p:grpSpPr>
          <a:xfrm rot="0">
            <a:off x="9314183" y="6095495"/>
            <a:ext cx="793499" cy="1086107"/>
            <a:chOff x="0" y="0"/>
            <a:chExt cx="1057999" cy="1448143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1058037" cy="1448181"/>
            </a:xfrm>
            <a:custGeom>
              <a:avLst/>
              <a:gdLst/>
              <a:ahLst/>
              <a:cxnLst/>
              <a:rect r="r" b="b" t="t" l="l"/>
              <a:pathLst>
                <a:path h="1448181" w="1058037">
                  <a:moveTo>
                    <a:pt x="0" y="0"/>
                  </a:moveTo>
                  <a:lnTo>
                    <a:pt x="1058037" y="0"/>
                  </a:lnTo>
                  <a:lnTo>
                    <a:pt x="1058037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375623"/>
            </a:solidFill>
            <a:ln w="25400" cap="sq">
              <a:solidFill>
                <a:srgbClr val="375623"/>
              </a:solidFill>
              <a:prstDash val="solid"/>
              <a:miter/>
            </a:ln>
          </p:spPr>
        </p:sp>
      </p:grpSp>
      <p:grpSp>
        <p:nvGrpSpPr>
          <p:cNvPr name="Group 126" id="126"/>
          <p:cNvGrpSpPr/>
          <p:nvPr/>
        </p:nvGrpSpPr>
        <p:grpSpPr>
          <a:xfrm rot="0">
            <a:off x="9326880" y="6108192"/>
            <a:ext cx="768096" cy="1060704"/>
            <a:chOff x="0" y="0"/>
            <a:chExt cx="1024128" cy="1414272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024128" cy="1414272"/>
            </a:xfrm>
            <a:custGeom>
              <a:avLst/>
              <a:gdLst/>
              <a:ahLst/>
              <a:cxnLst/>
              <a:rect r="r" b="b" t="t" l="l"/>
              <a:pathLst>
                <a:path h="1414272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7181" t="0" r="-127181" b="0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57150"/>
              <a:ext cx="1024128" cy="1471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←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0204704" y="6181344"/>
            <a:ext cx="7498080" cy="512064"/>
            <a:chOff x="0" y="0"/>
            <a:chExt cx="9997440" cy="682752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47625"/>
              <a:ext cx="99974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$OUT[2]=1 : Cycle_End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10204704" y="6693408"/>
            <a:ext cx="7498080" cy="402336"/>
            <a:chOff x="0" y="0"/>
            <a:chExt cx="9997440" cy="536448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9997440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130" r="0" b="-31313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38100"/>
              <a:ext cx="99974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I0.7 activé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314183" y="7339079"/>
            <a:ext cx="8620763" cy="1086107"/>
            <a:chOff x="0" y="0"/>
            <a:chExt cx="11494351" cy="1448143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1494389" cy="1448181"/>
            </a:xfrm>
            <a:custGeom>
              <a:avLst/>
              <a:gdLst/>
              <a:ahLst/>
              <a:cxnLst/>
              <a:rect r="r" b="b" t="t" l="l"/>
              <a:pathLst>
                <a:path h="1448181" w="11494389">
                  <a:moveTo>
                    <a:pt x="0" y="0"/>
                  </a:moveTo>
                  <a:lnTo>
                    <a:pt x="11494389" y="0"/>
                  </a:lnTo>
                  <a:lnTo>
                    <a:pt x="11494389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F2F2F2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137" id="137"/>
          <p:cNvGrpSpPr/>
          <p:nvPr/>
        </p:nvGrpSpPr>
        <p:grpSpPr>
          <a:xfrm rot="0">
            <a:off x="9314183" y="7339079"/>
            <a:ext cx="793499" cy="1086107"/>
            <a:chOff x="0" y="0"/>
            <a:chExt cx="1057999" cy="1448143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058037" cy="1448181"/>
            </a:xfrm>
            <a:custGeom>
              <a:avLst/>
              <a:gdLst/>
              <a:ahLst/>
              <a:cxnLst/>
              <a:rect r="r" b="b" t="t" l="l"/>
              <a:pathLst>
                <a:path h="1448181" w="1058037">
                  <a:moveTo>
                    <a:pt x="0" y="0"/>
                  </a:moveTo>
                  <a:lnTo>
                    <a:pt x="1058037" y="0"/>
                  </a:lnTo>
                  <a:lnTo>
                    <a:pt x="1058037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2E75B6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139" id="139"/>
          <p:cNvGrpSpPr/>
          <p:nvPr/>
        </p:nvGrpSpPr>
        <p:grpSpPr>
          <a:xfrm rot="0">
            <a:off x="9326880" y="7351776"/>
            <a:ext cx="768096" cy="1060704"/>
            <a:chOff x="0" y="0"/>
            <a:chExt cx="1024128" cy="1414272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1024128" cy="1414272"/>
            </a:xfrm>
            <a:custGeom>
              <a:avLst/>
              <a:gdLst/>
              <a:ahLst/>
              <a:cxnLst/>
              <a:rect r="r" b="b" t="t" l="l"/>
              <a:pathLst>
                <a:path h="1414272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7181" t="0" r="-127181" b="0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57150"/>
              <a:ext cx="1024128" cy="1471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10204704" y="7424928"/>
            <a:ext cx="7498080" cy="512064"/>
            <a:chOff x="0" y="0"/>
            <a:chExt cx="9997440" cy="682752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47625"/>
              <a:ext cx="99974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Q0.1=0 : libération START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9314183" y="8582663"/>
            <a:ext cx="8620763" cy="1086107"/>
            <a:chOff x="0" y="0"/>
            <a:chExt cx="11494351" cy="1448143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11494389" cy="1448181"/>
            </a:xfrm>
            <a:custGeom>
              <a:avLst/>
              <a:gdLst/>
              <a:ahLst/>
              <a:cxnLst/>
              <a:rect r="r" b="b" t="t" l="l"/>
              <a:pathLst>
                <a:path h="1448181" w="11494389">
                  <a:moveTo>
                    <a:pt x="0" y="0"/>
                  </a:moveTo>
                  <a:lnTo>
                    <a:pt x="11494389" y="0"/>
                  </a:lnTo>
                  <a:lnTo>
                    <a:pt x="11494389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147" id="147"/>
          <p:cNvGrpSpPr/>
          <p:nvPr/>
        </p:nvGrpSpPr>
        <p:grpSpPr>
          <a:xfrm rot="0">
            <a:off x="9314183" y="8582663"/>
            <a:ext cx="793499" cy="1086107"/>
            <a:chOff x="0" y="0"/>
            <a:chExt cx="1057999" cy="1448143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058037" cy="1448181"/>
            </a:xfrm>
            <a:custGeom>
              <a:avLst/>
              <a:gdLst/>
              <a:ahLst/>
              <a:cxnLst/>
              <a:rect r="r" b="b" t="t" l="l"/>
              <a:pathLst>
                <a:path h="1448181" w="1058037">
                  <a:moveTo>
                    <a:pt x="0" y="0"/>
                  </a:moveTo>
                  <a:lnTo>
                    <a:pt x="1058037" y="0"/>
                  </a:lnTo>
                  <a:lnTo>
                    <a:pt x="1058037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375623"/>
            </a:solidFill>
            <a:ln w="25400" cap="sq">
              <a:solidFill>
                <a:srgbClr val="375623"/>
              </a:solidFill>
              <a:prstDash val="solid"/>
              <a:miter/>
            </a:ln>
          </p:spPr>
        </p:sp>
      </p:grpSp>
      <p:grpSp>
        <p:nvGrpSpPr>
          <p:cNvPr name="Group 149" id="149"/>
          <p:cNvGrpSpPr/>
          <p:nvPr/>
        </p:nvGrpSpPr>
        <p:grpSpPr>
          <a:xfrm rot="0">
            <a:off x="9326880" y="8595360"/>
            <a:ext cx="768096" cy="1060704"/>
            <a:chOff x="0" y="0"/>
            <a:chExt cx="1024128" cy="1414272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024128" cy="1414272"/>
            </a:xfrm>
            <a:custGeom>
              <a:avLst/>
              <a:gdLst/>
              <a:ahLst/>
              <a:cxnLst/>
              <a:rect r="r" b="b" t="t" l="l"/>
              <a:pathLst>
                <a:path h="1414272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7181" t="0" r="-127181" b="0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57150"/>
              <a:ext cx="1024128" cy="1471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←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10204704" y="8668512"/>
            <a:ext cx="7498080" cy="512064"/>
            <a:chOff x="0" y="0"/>
            <a:chExt cx="9997440" cy="682752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47625"/>
              <a:ext cx="99974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$OUT[1]=1 : Robot_Ready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0204704" y="9180576"/>
            <a:ext cx="7498080" cy="402336"/>
            <a:chOff x="0" y="0"/>
            <a:chExt cx="9997440" cy="536448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9997440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130" r="0" b="-31313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38100"/>
              <a:ext cx="99974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prêt pour cycle suivant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9314183" y="9533639"/>
            <a:ext cx="8620763" cy="574043"/>
            <a:chOff x="0" y="0"/>
            <a:chExt cx="11494351" cy="765391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11494389" cy="765429"/>
            </a:xfrm>
            <a:custGeom>
              <a:avLst/>
              <a:gdLst/>
              <a:ahLst/>
              <a:cxnLst/>
              <a:rect r="r" b="b" t="t" l="l"/>
              <a:pathLst>
                <a:path h="765429" w="11494389">
                  <a:moveTo>
                    <a:pt x="0" y="0"/>
                  </a:moveTo>
                  <a:lnTo>
                    <a:pt x="11494389" y="0"/>
                  </a:lnTo>
                  <a:lnTo>
                    <a:pt x="11494389" y="765429"/>
                  </a:lnTo>
                  <a:lnTo>
                    <a:pt x="0" y="765429"/>
                  </a:lnTo>
                  <a:close/>
                </a:path>
              </a:pathLst>
            </a:custGeom>
            <a:solidFill>
              <a:srgbClr val="C55A11">
                <a:alpha val="72157"/>
              </a:srgbClr>
            </a:solidFill>
            <a:ln w="25400" cap="sq">
              <a:solidFill>
                <a:srgbClr val="C55A11"/>
              </a:solidFill>
              <a:prstDash val="solid"/>
              <a:miter/>
            </a:ln>
          </p:spPr>
        </p:sp>
      </p:grpSp>
      <p:grpSp>
        <p:nvGrpSpPr>
          <p:cNvPr name="Group 160" id="160"/>
          <p:cNvGrpSpPr/>
          <p:nvPr/>
        </p:nvGrpSpPr>
        <p:grpSpPr>
          <a:xfrm rot="0">
            <a:off x="9418320" y="9546336"/>
            <a:ext cx="8412480" cy="548640"/>
            <a:chOff x="0" y="0"/>
            <a:chExt cx="11216640" cy="73152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11216640" cy="731520"/>
            </a:xfrm>
            <a:custGeom>
              <a:avLst/>
              <a:gdLst/>
              <a:ahLst/>
              <a:cxnLst/>
              <a:rect r="r" b="b" t="t" l="l"/>
              <a:pathLst>
                <a:path h="73152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162" id="162"/>
            <p:cNvSpPr txBox="true"/>
            <p:nvPr/>
          </p:nvSpPr>
          <p:spPr>
            <a:xfrm>
              <a:off x="0" y="-38100"/>
              <a:ext cx="11216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Timeout 30s : si I0.7=0 après 30s → Défaut M10.0 → Voyant rouge Q0.5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789557"/>
            </a:xfrm>
            <a:custGeom>
              <a:avLst/>
              <a:gdLst/>
              <a:ahLst/>
              <a:cxnLst/>
              <a:rect r="r" b="b" t="t" l="l"/>
              <a:pathLst>
                <a:path h="178955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548640" y="0"/>
            <a:ext cx="17190720" cy="1316736"/>
            <a:chOff x="0" y="0"/>
            <a:chExt cx="22920960" cy="17556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920961" cy="1755648"/>
            </a:xfrm>
            <a:custGeom>
              <a:avLst/>
              <a:gdLst/>
              <a:ahLst/>
              <a:cxnLst/>
              <a:rect r="r" b="b" t="t" l="l"/>
              <a:pathLst>
                <a:path h="175564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387" r="0" b="-20438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920960" cy="18318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 — Sécurité Industrielle PLd / SIL2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89639" y="1541783"/>
            <a:ext cx="17508731" cy="720347"/>
            <a:chOff x="0" y="0"/>
            <a:chExt cx="23344975" cy="96046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345012" cy="960501"/>
            </a:xfrm>
            <a:custGeom>
              <a:avLst/>
              <a:gdLst/>
              <a:ahLst/>
              <a:cxnLst/>
              <a:rect r="r" b="b" t="t" l="l"/>
              <a:pathLst>
                <a:path h="960501" w="23345012">
                  <a:moveTo>
                    <a:pt x="0" y="0"/>
                  </a:moveTo>
                  <a:lnTo>
                    <a:pt x="23345012" y="0"/>
                  </a:lnTo>
                  <a:lnTo>
                    <a:pt x="23345012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48640" y="1554480"/>
            <a:ext cx="17190720" cy="694944"/>
            <a:chOff x="0" y="0"/>
            <a:chExt cx="22920960" cy="9265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20961" cy="926592"/>
            </a:xfrm>
            <a:custGeom>
              <a:avLst/>
              <a:gdLst/>
              <a:ahLst/>
              <a:cxnLst/>
              <a:rect r="r" b="b" t="t" l="l"/>
              <a:pathLst>
                <a:path h="92659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1998" r="0" b="-43199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29209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Fonction de Sécurité       PL      SIL      Solution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89639" y="2236727"/>
            <a:ext cx="17508731" cy="866651"/>
            <a:chOff x="0" y="0"/>
            <a:chExt cx="23344975" cy="115553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345012" cy="1155573"/>
            </a:xfrm>
            <a:custGeom>
              <a:avLst/>
              <a:gdLst/>
              <a:ahLst/>
              <a:cxnLst/>
              <a:rect r="r" b="b" t="t" l="l"/>
              <a:pathLst>
                <a:path h="1155573" w="23345012">
                  <a:moveTo>
                    <a:pt x="0" y="0"/>
                  </a:moveTo>
                  <a:lnTo>
                    <a:pt x="23345012" y="0"/>
                  </a:lnTo>
                  <a:lnTo>
                    <a:pt x="23345012" y="1155573"/>
                  </a:lnTo>
                  <a:lnTo>
                    <a:pt x="0" y="1155573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389639" y="2236727"/>
            <a:ext cx="135131" cy="866651"/>
            <a:chOff x="0" y="0"/>
            <a:chExt cx="180175" cy="115553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0213" cy="1155573"/>
            </a:xfrm>
            <a:custGeom>
              <a:avLst/>
              <a:gdLst/>
              <a:ahLst/>
              <a:cxnLst/>
              <a:rect r="r" b="b" t="t" l="l"/>
              <a:pathLst>
                <a:path h="1155573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155573"/>
                  </a:lnTo>
                  <a:lnTo>
                    <a:pt x="0" y="1155573"/>
                  </a:lnTo>
                  <a:close/>
                </a:path>
              </a:pathLst>
            </a:custGeom>
            <a:solidFill>
              <a:srgbClr val="C55A11"/>
            </a:solidFill>
            <a:ln w="25400" cap="sq">
              <a:solidFill>
                <a:srgbClr val="C55A11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40080" y="2249424"/>
            <a:ext cx="8229600" cy="841248"/>
            <a:chOff x="0" y="0"/>
            <a:chExt cx="10972800" cy="112166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614" r="0" b="-14061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972800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Arrêt d'urgence E-Stop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984999" y="2364743"/>
            <a:ext cx="1305563" cy="610619"/>
            <a:chOff x="0" y="0"/>
            <a:chExt cx="1740751" cy="81415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40789" cy="814197"/>
            </a:xfrm>
            <a:custGeom>
              <a:avLst/>
              <a:gdLst/>
              <a:ahLst/>
              <a:cxnLst/>
              <a:rect r="r" b="b" t="t" l="l"/>
              <a:pathLst>
                <a:path h="814197" w="1740789">
                  <a:moveTo>
                    <a:pt x="0" y="0"/>
                  </a:moveTo>
                  <a:lnTo>
                    <a:pt x="1740789" y="0"/>
                  </a:lnTo>
                  <a:lnTo>
                    <a:pt x="1740789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C55A11"/>
            </a:solidFill>
            <a:ln w="25400" cap="sq">
              <a:solidFill>
                <a:srgbClr val="C55A11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8997696" y="2377440"/>
            <a:ext cx="1280160" cy="585216"/>
            <a:chOff x="0" y="0"/>
            <a:chExt cx="1706880" cy="78028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70688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PLd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448039" y="2364743"/>
            <a:ext cx="1762763" cy="610619"/>
            <a:chOff x="0" y="0"/>
            <a:chExt cx="2350351" cy="81415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350389" cy="814197"/>
            </a:xfrm>
            <a:custGeom>
              <a:avLst/>
              <a:gdLst/>
              <a:ahLst/>
              <a:cxnLst/>
              <a:rect r="r" b="b" t="t" l="l"/>
              <a:pathLst>
                <a:path h="814197" w="2350389">
                  <a:moveTo>
                    <a:pt x="0" y="0"/>
                  </a:moveTo>
                  <a:lnTo>
                    <a:pt x="2350389" y="0"/>
                  </a:lnTo>
                  <a:lnTo>
                    <a:pt x="2350389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C55A11">
                <a:alpha val="48627"/>
              </a:srgbClr>
            </a:solidFill>
            <a:ln w="25400" cap="sq">
              <a:solidFill>
                <a:srgbClr val="C55A11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0460736" y="2377440"/>
            <a:ext cx="1737360" cy="585216"/>
            <a:chOff x="0" y="0"/>
            <a:chExt cx="2316480" cy="78028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316480" cy="780288"/>
            </a:xfrm>
            <a:custGeom>
              <a:avLst/>
              <a:gdLst/>
              <a:ahLst/>
              <a:cxnLst/>
              <a:rect r="r" b="b" t="t" l="l"/>
              <a:pathLst>
                <a:path h="780288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6" r="0" b="-784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231648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SIL 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435840" y="2249424"/>
            <a:ext cx="5303520" cy="841248"/>
            <a:chOff x="0" y="0"/>
            <a:chExt cx="7071360" cy="112166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071360" cy="1121664"/>
            </a:xfrm>
            <a:custGeom>
              <a:avLst/>
              <a:gdLst/>
              <a:ahLst/>
              <a:cxnLst/>
              <a:rect r="r" b="b" t="t" l="l"/>
              <a:pathLst>
                <a:path h="1121664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840" r="0" b="-7284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707136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Relais Pilz PNOZ X3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89639" y="3151127"/>
            <a:ext cx="17508731" cy="866651"/>
            <a:chOff x="0" y="0"/>
            <a:chExt cx="23344975" cy="115553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3345012" cy="1155573"/>
            </a:xfrm>
            <a:custGeom>
              <a:avLst/>
              <a:gdLst/>
              <a:ahLst/>
              <a:cxnLst/>
              <a:rect r="r" b="b" t="t" l="l"/>
              <a:pathLst>
                <a:path h="1155573" w="23345012">
                  <a:moveTo>
                    <a:pt x="0" y="0"/>
                  </a:moveTo>
                  <a:lnTo>
                    <a:pt x="23345012" y="0"/>
                  </a:lnTo>
                  <a:lnTo>
                    <a:pt x="23345012" y="1155573"/>
                  </a:lnTo>
                  <a:lnTo>
                    <a:pt x="0" y="1155573"/>
                  </a:lnTo>
                  <a:close/>
                </a:path>
              </a:pathLst>
            </a:custGeom>
            <a:solidFill>
              <a:srgbClr val="D6E4F0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389639" y="3151127"/>
            <a:ext cx="135131" cy="866651"/>
            <a:chOff x="0" y="0"/>
            <a:chExt cx="180175" cy="115553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80213" cy="1155573"/>
            </a:xfrm>
            <a:custGeom>
              <a:avLst/>
              <a:gdLst/>
              <a:ahLst/>
              <a:cxnLst/>
              <a:rect r="r" b="b" t="t" l="l"/>
              <a:pathLst>
                <a:path h="1155573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155573"/>
                  </a:lnTo>
                  <a:lnTo>
                    <a:pt x="0" y="1155573"/>
                  </a:lnTo>
                  <a:close/>
                </a:path>
              </a:pathLst>
            </a:custGeom>
            <a:solidFill>
              <a:srgbClr val="C55A11"/>
            </a:solidFill>
            <a:ln w="25400" cap="sq">
              <a:solidFill>
                <a:srgbClr val="C55A11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640080" y="3163824"/>
            <a:ext cx="8229600" cy="841248"/>
            <a:chOff x="0" y="0"/>
            <a:chExt cx="10972800" cy="112166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728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614" r="0" b="-14061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0972800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Arrêt sécurisé robot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984999" y="3279143"/>
            <a:ext cx="1305563" cy="610619"/>
            <a:chOff x="0" y="0"/>
            <a:chExt cx="1740751" cy="81415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740789" cy="814197"/>
            </a:xfrm>
            <a:custGeom>
              <a:avLst/>
              <a:gdLst/>
              <a:ahLst/>
              <a:cxnLst/>
              <a:rect r="r" b="b" t="t" l="l"/>
              <a:pathLst>
                <a:path h="814197" w="1740789">
                  <a:moveTo>
                    <a:pt x="0" y="0"/>
                  </a:moveTo>
                  <a:lnTo>
                    <a:pt x="1740789" y="0"/>
                  </a:lnTo>
                  <a:lnTo>
                    <a:pt x="1740789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C55A11"/>
            </a:solidFill>
            <a:ln w="25400" cap="sq">
              <a:solidFill>
                <a:srgbClr val="C55A11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8997696" y="3291840"/>
            <a:ext cx="1280160" cy="585216"/>
            <a:chOff x="0" y="0"/>
            <a:chExt cx="1706880" cy="78028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70688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PLd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448039" y="3279143"/>
            <a:ext cx="1762763" cy="610619"/>
            <a:chOff x="0" y="0"/>
            <a:chExt cx="2350351" cy="81415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350389" cy="814197"/>
            </a:xfrm>
            <a:custGeom>
              <a:avLst/>
              <a:gdLst/>
              <a:ahLst/>
              <a:cxnLst/>
              <a:rect r="r" b="b" t="t" l="l"/>
              <a:pathLst>
                <a:path h="814197" w="2350389">
                  <a:moveTo>
                    <a:pt x="0" y="0"/>
                  </a:moveTo>
                  <a:lnTo>
                    <a:pt x="2350389" y="0"/>
                  </a:lnTo>
                  <a:lnTo>
                    <a:pt x="2350389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C55A11">
                <a:alpha val="48627"/>
              </a:srgbClr>
            </a:solidFill>
            <a:ln w="25400" cap="sq">
              <a:solidFill>
                <a:srgbClr val="C55A11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0460736" y="3291840"/>
            <a:ext cx="1737360" cy="585216"/>
            <a:chOff x="0" y="0"/>
            <a:chExt cx="2316480" cy="78028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316480" cy="780288"/>
            </a:xfrm>
            <a:custGeom>
              <a:avLst/>
              <a:gdLst/>
              <a:ahLst/>
              <a:cxnLst/>
              <a:rect r="r" b="b" t="t" l="l"/>
              <a:pathLst>
                <a:path h="780288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6" r="0" b="-784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231648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SIL 2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435840" y="3163824"/>
            <a:ext cx="5303520" cy="841248"/>
            <a:chOff x="0" y="0"/>
            <a:chExt cx="7071360" cy="112166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071360" cy="1121664"/>
            </a:xfrm>
            <a:custGeom>
              <a:avLst/>
              <a:gdLst/>
              <a:ahLst/>
              <a:cxnLst/>
              <a:rect r="r" b="b" t="t" l="l"/>
              <a:pathLst>
                <a:path h="1121664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840" r="0" b="-7284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707136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Safe KUKA KRC4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389639" y="4065527"/>
            <a:ext cx="17508731" cy="866651"/>
            <a:chOff x="0" y="0"/>
            <a:chExt cx="23344975" cy="115553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3345012" cy="1155573"/>
            </a:xfrm>
            <a:custGeom>
              <a:avLst/>
              <a:gdLst/>
              <a:ahLst/>
              <a:cxnLst/>
              <a:rect r="r" b="b" t="t" l="l"/>
              <a:pathLst>
                <a:path h="1155573" w="23345012">
                  <a:moveTo>
                    <a:pt x="0" y="0"/>
                  </a:moveTo>
                  <a:lnTo>
                    <a:pt x="23345012" y="0"/>
                  </a:lnTo>
                  <a:lnTo>
                    <a:pt x="23345012" y="1155573"/>
                  </a:lnTo>
                  <a:lnTo>
                    <a:pt x="0" y="1155573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389639" y="4065527"/>
            <a:ext cx="135131" cy="866651"/>
            <a:chOff x="0" y="0"/>
            <a:chExt cx="180175" cy="115553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80213" cy="1155573"/>
            </a:xfrm>
            <a:custGeom>
              <a:avLst/>
              <a:gdLst/>
              <a:ahLst/>
              <a:cxnLst/>
              <a:rect r="r" b="b" t="t" l="l"/>
              <a:pathLst>
                <a:path h="1155573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155573"/>
                  </a:lnTo>
                  <a:lnTo>
                    <a:pt x="0" y="1155573"/>
                  </a:lnTo>
                  <a:close/>
                </a:path>
              </a:pathLst>
            </a:custGeom>
            <a:solidFill>
              <a:srgbClr val="990011"/>
            </a:solidFill>
            <a:ln w="25400" cap="sq">
              <a:solidFill>
                <a:srgbClr val="990011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640080" y="4078224"/>
            <a:ext cx="8229600" cy="841248"/>
            <a:chOff x="0" y="0"/>
            <a:chExt cx="10972800" cy="112166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614" r="0" b="-14061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0972800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Barrière immatérielle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984999" y="4193543"/>
            <a:ext cx="1305563" cy="610619"/>
            <a:chOff x="0" y="0"/>
            <a:chExt cx="1740751" cy="81415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740789" cy="814197"/>
            </a:xfrm>
            <a:custGeom>
              <a:avLst/>
              <a:gdLst/>
              <a:ahLst/>
              <a:cxnLst/>
              <a:rect r="r" b="b" t="t" l="l"/>
              <a:pathLst>
                <a:path h="814197" w="1740789">
                  <a:moveTo>
                    <a:pt x="0" y="0"/>
                  </a:moveTo>
                  <a:lnTo>
                    <a:pt x="1740789" y="0"/>
                  </a:lnTo>
                  <a:lnTo>
                    <a:pt x="1740789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990011"/>
            </a:solidFill>
            <a:ln w="25400" cap="sq">
              <a:solidFill>
                <a:srgbClr val="990011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8997696" y="4206240"/>
            <a:ext cx="1280160" cy="585216"/>
            <a:chOff x="0" y="0"/>
            <a:chExt cx="1706880" cy="78028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170688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PLe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448039" y="4193543"/>
            <a:ext cx="1762763" cy="610619"/>
            <a:chOff x="0" y="0"/>
            <a:chExt cx="2350351" cy="81415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350389" cy="814197"/>
            </a:xfrm>
            <a:custGeom>
              <a:avLst/>
              <a:gdLst/>
              <a:ahLst/>
              <a:cxnLst/>
              <a:rect r="r" b="b" t="t" l="l"/>
              <a:pathLst>
                <a:path h="814197" w="2350389">
                  <a:moveTo>
                    <a:pt x="0" y="0"/>
                  </a:moveTo>
                  <a:lnTo>
                    <a:pt x="2350389" y="0"/>
                  </a:lnTo>
                  <a:lnTo>
                    <a:pt x="2350389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990011">
                <a:alpha val="48627"/>
              </a:srgbClr>
            </a:solidFill>
            <a:ln w="25400" cap="sq">
              <a:solidFill>
                <a:srgbClr val="990011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0460736" y="4206240"/>
            <a:ext cx="1737360" cy="585216"/>
            <a:chOff x="0" y="0"/>
            <a:chExt cx="2316480" cy="78028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316480" cy="780288"/>
            </a:xfrm>
            <a:custGeom>
              <a:avLst/>
              <a:gdLst/>
              <a:ahLst/>
              <a:cxnLst/>
              <a:rect r="r" b="b" t="t" l="l"/>
              <a:pathLst>
                <a:path h="780288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6" r="0" b="-7846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231648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SIL 3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435840" y="4078224"/>
            <a:ext cx="5303520" cy="841248"/>
            <a:chOff x="0" y="0"/>
            <a:chExt cx="7071360" cy="112166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071360" cy="1121664"/>
            </a:xfrm>
            <a:custGeom>
              <a:avLst/>
              <a:gdLst/>
              <a:ahLst/>
              <a:cxnLst/>
              <a:rect r="r" b="b" t="t" l="l"/>
              <a:pathLst>
                <a:path h="1121664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840" r="0" b="-7284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707136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Rideau Sick C4000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389639" y="4979927"/>
            <a:ext cx="17508731" cy="866651"/>
            <a:chOff x="0" y="0"/>
            <a:chExt cx="23344975" cy="1155535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3345012" cy="1155573"/>
            </a:xfrm>
            <a:custGeom>
              <a:avLst/>
              <a:gdLst/>
              <a:ahLst/>
              <a:cxnLst/>
              <a:rect r="r" b="b" t="t" l="l"/>
              <a:pathLst>
                <a:path h="1155573" w="23345012">
                  <a:moveTo>
                    <a:pt x="0" y="0"/>
                  </a:moveTo>
                  <a:lnTo>
                    <a:pt x="23345012" y="0"/>
                  </a:lnTo>
                  <a:lnTo>
                    <a:pt x="23345012" y="1155573"/>
                  </a:lnTo>
                  <a:lnTo>
                    <a:pt x="0" y="1155573"/>
                  </a:lnTo>
                  <a:close/>
                </a:path>
              </a:pathLst>
            </a:custGeom>
            <a:solidFill>
              <a:srgbClr val="D6E4F0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389639" y="4979927"/>
            <a:ext cx="135131" cy="866651"/>
            <a:chOff x="0" y="0"/>
            <a:chExt cx="180175" cy="115553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80213" cy="1155573"/>
            </a:xfrm>
            <a:custGeom>
              <a:avLst/>
              <a:gdLst/>
              <a:ahLst/>
              <a:cxnLst/>
              <a:rect r="r" b="b" t="t" l="l"/>
              <a:pathLst>
                <a:path h="1155573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155573"/>
                  </a:lnTo>
                  <a:lnTo>
                    <a:pt x="0" y="1155573"/>
                  </a:lnTo>
                  <a:close/>
                </a:path>
              </a:pathLst>
            </a:custGeom>
            <a:solidFill>
              <a:srgbClr val="375623"/>
            </a:solidFill>
            <a:ln w="25400" cap="sq">
              <a:solidFill>
                <a:srgbClr val="375623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640080" y="4992624"/>
            <a:ext cx="8229600" cy="841248"/>
            <a:chOff x="0" y="0"/>
            <a:chExt cx="10972800" cy="112166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9728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614" r="0" b="-140614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10972800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 de course sécurisé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8984999" y="5107943"/>
            <a:ext cx="1305563" cy="610619"/>
            <a:chOff x="0" y="0"/>
            <a:chExt cx="1740751" cy="814159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740789" cy="814197"/>
            </a:xfrm>
            <a:custGeom>
              <a:avLst/>
              <a:gdLst/>
              <a:ahLst/>
              <a:cxnLst/>
              <a:rect r="r" b="b" t="t" l="l"/>
              <a:pathLst>
                <a:path h="814197" w="1740789">
                  <a:moveTo>
                    <a:pt x="0" y="0"/>
                  </a:moveTo>
                  <a:lnTo>
                    <a:pt x="1740789" y="0"/>
                  </a:lnTo>
                  <a:lnTo>
                    <a:pt x="1740789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375623"/>
            </a:solidFill>
            <a:ln w="25400" cap="sq">
              <a:solidFill>
                <a:srgbClr val="375623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8997696" y="5120640"/>
            <a:ext cx="1280160" cy="585216"/>
            <a:chOff x="0" y="0"/>
            <a:chExt cx="1706880" cy="78028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170688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PLc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0448039" y="5107943"/>
            <a:ext cx="1762763" cy="610619"/>
            <a:chOff x="0" y="0"/>
            <a:chExt cx="2350351" cy="814159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350389" cy="814197"/>
            </a:xfrm>
            <a:custGeom>
              <a:avLst/>
              <a:gdLst/>
              <a:ahLst/>
              <a:cxnLst/>
              <a:rect r="r" b="b" t="t" l="l"/>
              <a:pathLst>
                <a:path h="814197" w="2350389">
                  <a:moveTo>
                    <a:pt x="0" y="0"/>
                  </a:moveTo>
                  <a:lnTo>
                    <a:pt x="2350389" y="0"/>
                  </a:lnTo>
                  <a:lnTo>
                    <a:pt x="2350389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375623">
                <a:alpha val="48627"/>
              </a:srgbClr>
            </a:solidFill>
            <a:ln w="25400" cap="sq">
              <a:solidFill>
                <a:srgbClr val="375623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10460736" y="5120640"/>
            <a:ext cx="1737360" cy="585216"/>
            <a:chOff x="0" y="0"/>
            <a:chExt cx="2316480" cy="78028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316480" cy="780288"/>
            </a:xfrm>
            <a:custGeom>
              <a:avLst/>
              <a:gdLst/>
              <a:ahLst/>
              <a:cxnLst/>
              <a:rect r="r" b="b" t="t" l="l"/>
              <a:pathLst>
                <a:path h="780288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6" r="0" b="-7846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231648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SIL 1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2435840" y="4992624"/>
            <a:ext cx="5303520" cy="841248"/>
            <a:chOff x="0" y="0"/>
            <a:chExt cx="7071360" cy="112166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071360" cy="1121664"/>
            </a:xfrm>
            <a:custGeom>
              <a:avLst/>
              <a:gdLst/>
              <a:ahLst/>
              <a:cxnLst/>
              <a:rect r="r" b="b" t="t" l="l"/>
              <a:pathLst>
                <a:path h="1121664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840" r="0" b="-7284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707136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FDC ouv. positive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389639" y="5894327"/>
            <a:ext cx="17508731" cy="866651"/>
            <a:chOff x="0" y="0"/>
            <a:chExt cx="23344975" cy="115553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3345012" cy="1155573"/>
            </a:xfrm>
            <a:custGeom>
              <a:avLst/>
              <a:gdLst/>
              <a:ahLst/>
              <a:cxnLst/>
              <a:rect r="r" b="b" t="t" l="l"/>
              <a:pathLst>
                <a:path h="1155573" w="23345012">
                  <a:moveTo>
                    <a:pt x="0" y="0"/>
                  </a:moveTo>
                  <a:lnTo>
                    <a:pt x="23345012" y="0"/>
                  </a:lnTo>
                  <a:lnTo>
                    <a:pt x="23345012" y="1155573"/>
                  </a:lnTo>
                  <a:lnTo>
                    <a:pt x="0" y="1155573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389639" y="5894327"/>
            <a:ext cx="135131" cy="866651"/>
            <a:chOff x="0" y="0"/>
            <a:chExt cx="180175" cy="1155535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80213" cy="1155573"/>
            </a:xfrm>
            <a:custGeom>
              <a:avLst/>
              <a:gdLst/>
              <a:ahLst/>
              <a:cxnLst/>
              <a:rect r="r" b="b" t="t" l="l"/>
              <a:pathLst>
                <a:path h="1155573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155573"/>
                  </a:lnTo>
                  <a:lnTo>
                    <a:pt x="0" y="1155573"/>
                  </a:lnTo>
                  <a:close/>
                </a:path>
              </a:pathLst>
            </a:custGeom>
            <a:solidFill>
              <a:srgbClr val="375623"/>
            </a:solidFill>
            <a:ln w="25400" cap="sq">
              <a:solidFill>
                <a:srgbClr val="375623"/>
              </a:solidFill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640080" y="5907024"/>
            <a:ext cx="8229600" cy="841248"/>
            <a:chOff x="0" y="0"/>
            <a:chExt cx="10972800" cy="1121664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09728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614" r="0" b="-140614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10972800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 manuel sécurisé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8984999" y="6022343"/>
            <a:ext cx="1305563" cy="610619"/>
            <a:chOff x="0" y="0"/>
            <a:chExt cx="1740751" cy="814159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740789" cy="814197"/>
            </a:xfrm>
            <a:custGeom>
              <a:avLst/>
              <a:gdLst/>
              <a:ahLst/>
              <a:cxnLst/>
              <a:rect r="r" b="b" t="t" l="l"/>
              <a:pathLst>
                <a:path h="814197" w="1740789">
                  <a:moveTo>
                    <a:pt x="0" y="0"/>
                  </a:moveTo>
                  <a:lnTo>
                    <a:pt x="1740789" y="0"/>
                  </a:lnTo>
                  <a:lnTo>
                    <a:pt x="1740789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375623"/>
            </a:solidFill>
            <a:ln w="25400" cap="sq">
              <a:solidFill>
                <a:srgbClr val="375623"/>
              </a:solidFill>
              <a:prstDash val="solid"/>
              <a:miter/>
            </a:ln>
          </p:spPr>
        </p:sp>
      </p:grpSp>
      <p:grpSp>
        <p:nvGrpSpPr>
          <p:cNvPr name="Group 101" id="101"/>
          <p:cNvGrpSpPr/>
          <p:nvPr/>
        </p:nvGrpSpPr>
        <p:grpSpPr>
          <a:xfrm rot="0">
            <a:off x="8997696" y="6035040"/>
            <a:ext cx="1280160" cy="585216"/>
            <a:chOff x="0" y="0"/>
            <a:chExt cx="1706880" cy="78028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47625"/>
              <a:ext cx="170688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PLc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0448039" y="6022343"/>
            <a:ext cx="1762763" cy="610619"/>
            <a:chOff x="0" y="0"/>
            <a:chExt cx="2350351" cy="814159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350389" cy="814197"/>
            </a:xfrm>
            <a:custGeom>
              <a:avLst/>
              <a:gdLst/>
              <a:ahLst/>
              <a:cxnLst/>
              <a:rect r="r" b="b" t="t" l="l"/>
              <a:pathLst>
                <a:path h="814197" w="2350389">
                  <a:moveTo>
                    <a:pt x="0" y="0"/>
                  </a:moveTo>
                  <a:lnTo>
                    <a:pt x="2350389" y="0"/>
                  </a:lnTo>
                  <a:lnTo>
                    <a:pt x="2350389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375623">
                <a:alpha val="48627"/>
              </a:srgbClr>
            </a:solidFill>
            <a:ln w="25400" cap="sq">
              <a:solidFill>
                <a:srgbClr val="375623"/>
              </a:solidFill>
              <a:prstDash val="solid"/>
              <a:miter/>
            </a:ln>
          </p:spPr>
        </p:sp>
      </p:grpSp>
      <p:grpSp>
        <p:nvGrpSpPr>
          <p:cNvPr name="Group 106" id="106"/>
          <p:cNvGrpSpPr/>
          <p:nvPr/>
        </p:nvGrpSpPr>
        <p:grpSpPr>
          <a:xfrm rot="0">
            <a:off x="10460736" y="6035040"/>
            <a:ext cx="1737360" cy="585216"/>
            <a:chOff x="0" y="0"/>
            <a:chExt cx="2316480" cy="780288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316480" cy="780288"/>
            </a:xfrm>
            <a:custGeom>
              <a:avLst/>
              <a:gdLst/>
              <a:ahLst/>
              <a:cxnLst/>
              <a:rect r="r" b="b" t="t" l="l"/>
              <a:pathLst>
                <a:path h="780288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6" r="0" b="-7846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47625"/>
              <a:ext cx="231648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SIL 1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2435840" y="5907024"/>
            <a:ext cx="5303520" cy="841248"/>
            <a:chOff x="0" y="0"/>
            <a:chExt cx="7071360" cy="1121664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7071360" cy="1121664"/>
            </a:xfrm>
            <a:custGeom>
              <a:avLst/>
              <a:gdLst/>
              <a:ahLst/>
              <a:cxnLst/>
              <a:rect r="r" b="b" t="t" l="l"/>
              <a:pathLst>
                <a:path h="1121664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840" r="0" b="-7284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47625"/>
              <a:ext cx="707136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Valid. 3 positions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389639" y="7028183"/>
            <a:ext cx="5694683" cy="2768603"/>
            <a:chOff x="0" y="0"/>
            <a:chExt cx="7592911" cy="3691471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7592949" cy="3691509"/>
            </a:xfrm>
            <a:custGeom>
              <a:avLst/>
              <a:gdLst/>
              <a:ahLst/>
              <a:cxnLst/>
              <a:rect r="r" b="b" t="t" l="l"/>
              <a:pathLst>
                <a:path h="3691509" w="7592949">
                  <a:moveTo>
                    <a:pt x="0" y="0"/>
                  </a:moveTo>
                  <a:lnTo>
                    <a:pt x="7592949" y="0"/>
                  </a:lnTo>
                  <a:lnTo>
                    <a:pt x="7592949" y="3691509"/>
                  </a:lnTo>
                  <a:lnTo>
                    <a:pt x="0" y="3691509"/>
                  </a:lnTo>
                  <a:close/>
                </a:path>
              </a:pathLst>
            </a:custGeom>
            <a:solidFill>
              <a:srgbClr val="FF0000">
                <a:alpha val="72157"/>
              </a:srgbClr>
            </a:solidFill>
            <a:ln w="25400" cap="sq">
              <a:solidFill>
                <a:srgbClr val="FF0000"/>
              </a:solidFill>
              <a:prstDash val="solid"/>
              <a:miter/>
            </a:ln>
          </p:spPr>
        </p:sp>
      </p:grpSp>
      <p:grpSp>
        <p:nvGrpSpPr>
          <p:cNvPr name="Group 114" id="114"/>
          <p:cNvGrpSpPr/>
          <p:nvPr/>
        </p:nvGrpSpPr>
        <p:grpSpPr>
          <a:xfrm rot="0">
            <a:off x="389639" y="7028183"/>
            <a:ext cx="5694683" cy="756923"/>
            <a:chOff x="0" y="0"/>
            <a:chExt cx="7592911" cy="1009231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7592949" cy="1009269"/>
            </a:xfrm>
            <a:custGeom>
              <a:avLst/>
              <a:gdLst/>
              <a:ahLst/>
              <a:cxnLst/>
              <a:rect r="r" b="b" t="t" l="l"/>
              <a:pathLst>
                <a:path h="1009269" w="7592949">
                  <a:moveTo>
                    <a:pt x="0" y="0"/>
                  </a:moveTo>
                  <a:lnTo>
                    <a:pt x="7592949" y="0"/>
                  </a:lnTo>
                  <a:lnTo>
                    <a:pt x="7592949" y="1009269"/>
                  </a:lnTo>
                  <a:lnTo>
                    <a:pt x="0" y="1009269"/>
                  </a:lnTo>
                  <a:close/>
                </a:path>
              </a:pathLst>
            </a:custGeom>
            <a:solidFill>
              <a:srgbClr val="FF0000"/>
            </a:solidFill>
            <a:ln w="25400" cap="sq">
              <a:solidFill>
                <a:srgbClr val="FF0000"/>
              </a:solidFill>
              <a:prstDash val="solid"/>
              <a:miter/>
            </a:ln>
          </p:spPr>
        </p:sp>
      </p:grpSp>
      <p:grpSp>
        <p:nvGrpSpPr>
          <p:cNvPr name="Group 116" id="116"/>
          <p:cNvGrpSpPr/>
          <p:nvPr/>
        </p:nvGrpSpPr>
        <p:grpSpPr>
          <a:xfrm rot="0">
            <a:off x="493776" y="7040880"/>
            <a:ext cx="5486400" cy="731520"/>
            <a:chOff x="0" y="0"/>
            <a:chExt cx="7315200" cy="97536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7315200" cy="975360"/>
            </a:xfrm>
            <a:custGeom>
              <a:avLst/>
              <a:gdLst/>
              <a:ahLst/>
              <a:cxnLst/>
              <a:rect r="r" b="b" t="t" l="l"/>
              <a:pathLst>
                <a:path h="9753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73152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Zone ROUGE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585216" y="7918704"/>
            <a:ext cx="5303520" cy="1645920"/>
            <a:chOff x="0" y="0"/>
            <a:chExt cx="7071360" cy="219456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70713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85" r="0" b="-12785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47625"/>
              <a:ext cx="707136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Accès interdit en mode automatique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6314951" y="7028183"/>
            <a:ext cx="5694683" cy="2768603"/>
            <a:chOff x="0" y="0"/>
            <a:chExt cx="7592911" cy="3691471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7592949" cy="3691509"/>
            </a:xfrm>
            <a:custGeom>
              <a:avLst/>
              <a:gdLst/>
              <a:ahLst/>
              <a:cxnLst/>
              <a:rect r="r" b="b" t="t" l="l"/>
              <a:pathLst>
                <a:path h="3691509" w="7592949">
                  <a:moveTo>
                    <a:pt x="0" y="0"/>
                  </a:moveTo>
                  <a:lnTo>
                    <a:pt x="7592949" y="0"/>
                  </a:lnTo>
                  <a:lnTo>
                    <a:pt x="7592949" y="3691509"/>
                  </a:lnTo>
                  <a:lnTo>
                    <a:pt x="0" y="3691509"/>
                  </a:lnTo>
                  <a:close/>
                </a:path>
              </a:pathLst>
            </a:custGeom>
            <a:solidFill>
              <a:srgbClr val="C55A11">
                <a:alpha val="72157"/>
              </a:srgbClr>
            </a:solidFill>
            <a:ln w="25400" cap="sq">
              <a:solidFill>
                <a:srgbClr val="C55A11"/>
              </a:solidFill>
              <a:prstDash val="solid"/>
              <a:miter/>
            </a:ln>
          </p:spPr>
        </p:sp>
      </p:grpSp>
      <p:grpSp>
        <p:nvGrpSpPr>
          <p:cNvPr name="Group 124" id="124"/>
          <p:cNvGrpSpPr/>
          <p:nvPr/>
        </p:nvGrpSpPr>
        <p:grpSpPr>
          <a:xfrm rot="0">
            <a:off x="6314951" y="7028183"/>
            <a:ext cx="5694683" cy="756923"/>
            <a:chOff x="0" y="0"/>
            <a:chExt cx="7592911" cy="1009231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7592949" cy="1009269"/>
            </a:xfrm>
            <a:custGeom>
              <a:avLst/>
              <a:gdLst/>
              <a:ahLst/>
              <a:cxnLst/>
              <a:rect r="r" b="b" t="t" l="l"/>
              <a:pathLst>
                <a:path h="1009269" w="7592949">
                  <a:moveTo>
                    <a:pt x="0" y="0"/>
                  </a:moveTo>
                  <a:lnTo>
                    <a:pt x="7592949" y="0"/>
                  </a:lnTo>
                  <a:lnTo>
                    <a:pt x="7592949" y="1009269"/>
                  </a:lnTo>
                  <a:lnTo>
                    <a:pt x="0" y="1009269"/>
                  </a:lnTo>
                  <a:close/>
                </a:path>
              </a:pathLst>
            </a:custGeom>
            <a:solidFill>
              <a:srgbClr val="C55A11"/>
            </a:solidFill>
            <a:ln w="25400" cap="sq">
              <a:solidFill>
                <a:srgbClr val="C55A11"/>
              </a:solidFill>
              <a:prstDash val="solid"/>
              <a:miter/>
            </a:ln>
          </p:spPr>
        </p:sp>
      </p:grpSp>
      <p:grpSp>
        <p:nvGrpSpPr>
          <p:cNvPr name="Group 126" id="126"/>
          <p:cNvGrpSpPr/>
          <p:nvPr/>
        </p:nvGrpSpPr>
        <p:grpSpPr>
          <a:xfrm rot="0">
            <a:off x="6419088" y="7040880"/>
            <a:ext cx="5486400" cy="731520"/>
            <a:chOff x="0" y="0"/>
            <a:chExt cx="7315200" cy="97536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7315200" cy="975360"/>
            </a:xfrm>
            <a:custGeom>
              <a:avLst/>
              <a:gdLst/>
              <a:ahLst/>
              <a:cxnLst/>
              <a:rect r="r" b="b" t="t" l="l"/>
              <a:pathLst>
                <a:path h="9753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38100"/>
              <a:ext cx="73152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Zone ORANGE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6510528" y="7918704"/>
            <a:ext cx="5303520" cy="1645920"/>
            <a:chOff x="0" y="0"/>
            <a:chExt cx="7071360" cy="219456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70713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85" r="0" b="-12785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47625"/>
              <a:ext cx="707136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Périmètre surveillé – barrières immatérielles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12240263" y="7028183"/>
            <a:ext cx="5694683" cy="2768603"/>
            <a:chOff x="0" y="0"/>
            <a:chExt cx="7592911" cy="3691471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7592949" cy="3691509"/>
            </a:xfrm>
            <a:custGeom>
              <a:avLst/>
              <a:gdLst/>
              <a:ahLst/>
              <a:cxnLst/>
              <a:rect r="r" b="b" t="t" l="l"/>
              <a:pathLst>
                <a:path h="3691509" w="7592949">
                  <a:moveTo>
                    <a:pt x="0" y="0"/>
                  </a:moveTo>
                  <a:lnTo>
                    <a:pt x="7592949" y="0"/>
                  </a:lnTo>
                  <a:lnTo>
                    <a:pt x="7592949" y="3691509"/>
                  </a:lnTo>
                  <a:lnTo>
                    <a:pt x="0" y="3691509"/>
                  </a:lnTo>
                  <a:close/>
                </a:path>
              </a:pathLst>
            </a:custGeom>
            <a:solidFill>
              <a:srgbClr val="3EA63E">
                <a:alpha val="72157"/>
              </a:srgbClr>
            </a:solidFill>
            <a:ln w="25400" cap="sq">
              <a:solidFill>
                <a:srgbClr val="3EA63E"/>
              </a:solidFill>
              <a:prstDash val="solid"/>
              <a:miter/>
            </a:ln>
          </p:spPr>
        </p:sp>
      </p:grpSp>
      <p:grpSp>
        <p:nvGrpSpPr>
          <p:cNvPr name="Group 134" id="134"/>
          <p:cNvGrpSpPr/>
          <p:nvPr/>
        </p:nvGrpSpPr>
        <p:grpSpPr>
          <a:xfrm rot="0">
            <a:off x="12240263" y="7028183"/>
            <a:ext cx="5694683" cy="756923"/>
            <a:chOff x="0" y="0"/>
            <a:chExt cx="7592911" cy="1009231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7592949" cy="1009269"/>
            </a:xfrm>
            <a:custGeom>
              <a:avLst/>
              <a:gdLst/>
              <a:ahLst/>
              <a:cxnLst/>
              <a:rect r="r" b="b" t="t" l="l"/>
              <a:pathLst>
                <a:path h="1009269" w="7592949">
                  <a:moveTo>
                    <a:pt x="0" y="0"/>
                  </a:moveTo>
                  <a:lnTo>
                    <a:pt x="7592949" y="0"/>
                  </a:lnTo>
                  <a:lnTo>
                    <a:pt x="7592949" y="1009269"/>
                  </a:lnTo>
                  <a:lnTo>
                    <a:pt x="0" y="1009269"/>
                  </a:lnTo>
                  <a:close/>
                </a:path>
              </a:pathLst>
            </a:custGeom>
            <a:solidFill>
              <a:srgbClr val="3EA63E"/>
            </a:solidFill>
            <a:ln w="25400" cap="sq">
              <a:solidFill>
                <a:srgbClr val="3EA63E"/>
              </a:solidFill>
              <a:prstDash val="solid"/>
              <a:miter/>
            </a:ln>
          </p:spPr>
        </p:sp>
      </p:grpSp>
      <p:grpSp>
        <p:nvGrpSpPr>
          <p:cNvPr name="Group 136" id="136"/>
          <p:cNvGrpSpPr/>
          <p:nvPr/>
        </p:nvGrpSpPr>
        <p:grpSpPr>
          <a:xfrm rot="0">
            <a:off x="12344400" y="7040880"/>
            <a:ext cx="5486400" cy="731520"/>
            <a:chOff x="0" y="0"/>
            <a:chExt cx="7315200" cy="975360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7315200" cy="975360"/>
            </a:xfrm>
            <a:custGeom>
              <a:avLst/>
              <a:gdLst/>
              <a:ahLst/>
              <a:cxnLst/>
              <a:rect r="r" b="b" t="t" l="l"/>
              <a:pathLst>
                <a:path h="9753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38100"/>
              <a:ext cx="73152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Zone VERTE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12435840" y="7918704"/>
            <a:ext cx="5303520" cy="1645920"/>
            <a:chOff x="0" y="0"/>
            <a:chExt cx="7071360" cy="219456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70713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85" r="0" b="-12785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47625"/>
              <a:ext cx="707136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Accès libre – poste opérateur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402336" y="9729216"/>
            <a:ext cx="17483328" cy="475488"/>
            <a:chOff x="0" y="0"/>
            <a:chExt cx="23311104" cy="633984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23311104" cy="633984"/>
            </a:xfrm>
            <a:custGeom>
              <a:avLst/>
              <a:gdLst/>
              <a:ahLst/>
              <a:cxnLst/>
              <a:rect r="r" b="b" t="t" l="l"/>
              <a:pathLst>
                <a:path h="633984" w="23311104">
                  <a:moveTo>
                    <a:pt x="0" y="0"/>
                  </a:moveTo>
                  <a:lnTo>
                    <a:pt x="23311104" y="0"/>
                  </a:lnTo>
                  <a:lnTo>
                    <a:pt x="2331110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6449" r="0" b="-666449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38100"/>
              <a:ext cx="23311104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Norme : EN ISO 13849-1 — Catégorie 3 — Relais Pilz PNOZ X3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789557"/>
            </a:xfrm>
            <a:custGeom>
              <a:avLst/>
              <a:gdLst/>
              <a:ahLst/>
              <a:cxnLst/>
              <a:rect r="r" b="b" t="t" l="l"/>
              <a:pathLst>
                <a:path h="178955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548640" y="0"/>
            <a:ext cx="17190720" cy="1316736"/>
            <a:chOff x="0" y="0"/>
            <a:chExt cx="22920960" cy="17556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920961" cy="1755648"/>
            </a:xfrm>
            <a:custGeom>
              <a:avLst/>
              <a:gdLst/>
              <a:ahLst/>
              <a:cxnLst/>
              <a:rect r="r" b="b" t="t" l="l"/>
              <a:pathLst>
                <a:path h="175564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387" r="0" b="-20438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920960" cy="18318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 — Résultats &amp; Performances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89639" y="1541783"/>
            <a:ext cx="4231643" cy="2677163"/>
            <a:chOff x="0" y="0"/>
            <a:chExt cx="5642191" cy="35695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42229" cy="3569589"/>
            </a:xfrm>
            <a:custGeom>
              <a:avLst/>
              <a:gdLst/>
              <a:ahLst/>
              <a:cxnLst/>
              <a:rect r="r" b="b" t="t" l="l"/>
              <a:pathLst>
                <a:path h="3569589" w="5642229">
                  <a:moveTo>
                    <a:pt x="0" y="0"/>
                  </a:moveTo>
                  <a:lnTo>
                    <a:pt x="5642229" y="0"/>
                  </a:lnTo>
                  <a:lnTo>
                    <a:pt x="5642229" y="3569589"/>
                  </a:lnTo>
                  <a:lnTo>
                    <a:pt x="0" y="3569589"/>
                  </a:lnTo>
                  <a:close/>
                </a:path>
              </a:pathLst>
            </a:custGeom>
            <a:solidFill>
              <a:srgbClr val="2E75B6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402336" y="1609344"/>
            <a:ext cx="4206240" cy="1280160"/>
            <a:chOff x="0" y="0"/>
            <a:chExt cx="5608320" cy="1706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083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22" r="0" b="-1402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42875"/>
              <a:ext cx="5608320" cy="1849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85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02336" y="2834640"/>
            <a:ext cx="4206240" cy="548640"/>
            <a:chOff x="0" y="0"/>
            <a:chExt cx="560832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08320" cy="731520"/>
            </a:xfrm>
            <a:custGeom>
              <a:avLst/>
              <a:gdLst/>
              <a:ahLst/>
              <a:cxnLst/>
              <a:rect r="r" b="b" t="t" l="l"/>
              <a:pathLst>
                <a:path h="73152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56083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pièces/h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89639" y="3370583"/>
            <a:ext cx="4231643" cy="848363"/>
            <a:chOff x="0" y="0"/>
            <a:chExt cx="5642191" cy="11311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642229" cy="1131189"/>
            </a:xfrm>
            <a:custGeom>
              <a:avLst/>
              <a:gdLst/>
              <a:ahLst/>
              <a:cxnLst/>
              <a:rect r="r" b="b" t="t" l="l"/>
              <a:pathLst>
                <a:path h="1131189" w="5642229">
                  <a:moveTo>
                    <a:pt x="0" y="0"/>
                  </a:moveTo>
                  <a:lnTo>
                    <a:pt x="5642229" y="0"/>
                  </a:lnTo>
                  <a:lnTo>
                    <a:pt x="5642229" y="1131189"/>
                  </a:lnTo>
                  <a:lnTo>
                    <a:pt x="0" y="1131189"/>
                  </a:lnTo>
                  <a:close/>
                </a:path>
              </a:pathLst>
            </a:custGeom>
            <a:solidFill>
              <a:srgbClr val="FFFFFF">
                <a:alpha val="1961"/>
              </a:srgbClr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402336" y="3383280"/>
            <a:ext cx="4206240" cy="822960"/>
            <a:chOff x="0" y="0"/>
            <a:chExt cx="5608320" cy="1097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6083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590" r="0" b="-4959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6083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Cadence prod.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obj: 80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851911" y="1541783"/>
            <a:ext cx="4231643" cy="2677163"/>
            <a:chOff x="0" y="0"/>
            <a:chExt cx="5642191" cy="35695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642229" cy="3569589"/>
            </a:xfrm>
            <a:custGeom>
              <a:avLst/>
              <a:gdLst/>
              <a:ahLst/>
              <a:cxnLst/>
              <a:rect r="r" b="b" t="t" l="l"/>
              <a:pathLst>
                <a:path h="3569589" w="5642229">
                  <a:moveTo>
                    <a:pt x="0" y="0"/>
                  </a:moveTo>
                  <a:lnTo>
                    <a:pt x="5642229" y="0"/>
                  </a:lnTo>
                  <a:lnTo>
                    <a:pt x="5642229" y="3569589"/>
                  </a:lnTo>
                  <a:lnTo>
                    <a:pt x="0" y="356958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4864608" y="1609344"/>
            <a:ext cx="4206240" cy="1280160"/>
            <a:chOff x="0" y="0"/>
            <a:chExt cx="5608320" cy="17068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6083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22" r="0" b="-1402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42875"/>
              <a:ext cx="5608320" cy="1849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42.3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864608" y="2834640"/>
            <a:ext cx="4206240" cy="548640"/>
            <a:chOff x="0" y="0"/>
            <a:chExt cx="560832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608320" cy="731520"/>
            </a:xfrm>
            <a:custGeom>
              <a:avLst/>
              <a:gdLst/>
              <a:ahLst/>
              <a:cxnLst/>
              <a:rect r="r" b="b" t="t" l="l"/>
              <a:pathLst>
                <a:path h="73152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56083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851911" y="3370583"/>
            <a:ext cx="4231643" cy="848363"/>
            <a:chOff x="0" y="0"/>
            <a:chExt cx="5642191" cy="113115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642229" cy="1131189"/>
            </a:xfrm>
            <a:custGeom>
              <a:avLst/>
              <a:gdLst/>
              <a:ahLst/>
              <a:cxnLst/>
              <a:rect r="r" b="b" t="t" l="l"/>
              <a:pathLst>
                <a:path h="1131189" w="5642229">
                  <a:moveTo>
                    <a:pt x="0" y="0"/>
                  </a:moveTo>
                  <a:lnTo>
                    <a:pt x="5642229" y="0"/>
                  </a:lnTo>
                  <a:lnTo>
                    <a:pt x="5642229" y="1131189"/>
                  </a:lnTo>
                  <a:lnTo>
                    <a:pt x="0" y="1131189"/>
                  </a:lnTo>
                  <a:close/>
                </a:path>
              </a:pathLst>
            </a:custGeom>
            <a:solidFill>
              <a:srgbClr val="FFFFFF">
                <a:alpha val="1961"/>
              </a:srgbClr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4864608" y="3383280"/>
            <a:ext cx="4206240" cy="822960"/>
            <a:chOff x="0" y="0"/>
            <a:chExt cx="5608320" cy="10972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6083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590" r="0" b="-4959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56083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Temps de cycle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obj: &lt;45s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314183" y="1541783"/>
            <a:ext cx="4231643" cy="2677163"/>
            <a:chOff x="0" y="0"/>
            <a:chExt cx="5642191" cy="356955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642229" cy="3569589"/>
            </a:xfrm>
            <a:custGeom>
              <a:avLst/>
              <a:gdLst/>
              <a:ahLst/>
              <a:cxnLst/>
              <a:rect r="r" b="b" t="t" l="l"/>
              <a:pathLst>
                <a:path h="3569589" w="5642229">
                  <a:moveTo>
                    <a:pt x="0" y="0"/>
                  </a:moveTo>
                  <a:lnTo>
                    <a:pt x="5642229" y="0"/>
                  </a:lnTo>
                  <a:lnTo>
                    <a:pt x="5642229" y="3569589"/>
                  </a:lnTo>
                  <a:lnTo>
                    <a:pt x="0" y="3569589"/>
                  </a:lnTo>
                  <a:close/>
                </a:path>
              </a:pathLst>
            </a:custGeom>
            <a:solidFill>
              <a:srgbClr val="C55A11"/>
            </a:solidFill>
            <a:ln w="25400" cap="sq">
              <a:solidFill>
                <a:srgbClr val="C55A11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326880" y="1609344"/>
            <a:ext cx="4206240" cy="1280160"/>
            <a:chOff x="0" y="0"/>
            <a:chExt cx="5608320" cy="17068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6083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22" r="0" b="-1402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42875"/>
              <a:ext cx="5608320" cy="1849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180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326880" y="2834640"/>
            <a:ext cx="4206240" cy="548640"/>
            <a:chOff x="0" y="0"/>
            <a:chExt cx="560832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608320" cy="731520"/>
            </a:xfrm>
            <a:custGeom>
              <a:avLst/>
              <a:gdLst/>
              <a:ahLst/>
              <a:cxnLst/>
              <a:rect r="r" b="b" t="t" l="l"/>
              <a:pathLst>
                <a:path h="73152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56083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314183" y="3370583"/>
            <a:ext cx="4231643" cy="848363"/>
            <a:chOff x="0" y="0"/>
            <a:chExt cx="5642191" cy="113115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642229" cy="1131189"/>
            </a:xfrm>
            <a:custGeom>
              <a:avLst/>
              <a:gdLst/>
              <a:ahLst/>
              <a:cxnLst/>
              <a:rect r="r" b="b" t="t" l="l"/>
              <a:pathLst>
                <a:path h="1131189" w="5642229">
                  <a:moveTo>
                    <a:pt x="0" y="0"/>
                  </a:moveTo>
                  <a:lnTo>
                    <a:pt x="5642229" y="0"/>
                  </a:lnTo>
                  <a:lnTo>
                    <a:pt x="5642229" y="1131189"/>
                  </a:lnTo>
                  <a:lnTo>
                    <a:pt x="0" y="1131189"/>
                  </a:lnTo>
                  <a:close/>
                </a:path>
              </a:pathLst>
            </a:custGeom>
            <a:solidFill>
              <a:srgbClr val="FFFFFF">
                <a:alpha val="1961"/>
              </a:srgbClr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9326880" y="3383280"/>
            <a:ext cx="4206240" cy="822960"/>
            <a:chOff x="0" y="0"/>
            <a:chExt cx="5608320" cy="10972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6083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590" r="0" b="-4959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56083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Réponse E-Stop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obj: &lt;200ms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776455" y="1541783"/>
            <a:ext cx="4231643" cy="2677163"/>
            <a:chOff x="0" y="0"/>
            <a:chExt cx="5642191" cy="356955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642229" cy="3569589"/>
            </a:xfrm>
            <a:custGeom>
              <a:avLst/>
              <a:gdLst/>
              <a:ahLst/>
              <a:cxnLst/>
              <a:rect r="r" b="b" t="t" l="l"/>
              <a:pathLst>
                <a:path h="3569589" w="5642229">
                  <a:moveTo>
                    <a:pt x="0" y="0"/>
                  </a:moveTo>
                  <a:lnTo>
                    <a:pt x="5642229" y="0"/>
                  </a:lnTo>
                  <a:lnTo>
                    <a:pt x="5642229" y="3569589"/>
                  </a:lnTo>
                  <a:lnTo>
                    <a:pt x="0" y="3569589"/>
                  </a:lnTo>
                  <a:close/>
                </a:path>
              </a:pathLst>
            </a:custGeom>
            <a:solidFill>
              <a:srgbClr val="375623"/>
            </a:solidFill>
            <a:ln w="25400" cap="sq">
              <a:solidFill>
                <a:srgbClr val="375623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3789152" y="1609344"/>
            <a:ext cx="4206240" cy="1280160"/>
            <a:chOff x="0" y="0"/>
            <a:chExt cx="5608320" cy="17068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6083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22" r="0" b="-1402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42875"/>
              <a:ext cx="5608320" cy="1849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99.8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789152" y="2834640"/>
            <a:ext cx="4206240" cy="548640"/>
            <a:chOff x="0" y="0"/>
            <a:chExt cx="5608320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608320" cy="731520"/>
            </a:xfrm>
            <a:custGeom>
              <a:avLst/>
              <a:gdLst/>
              <a:ahLst/>
              <a:cxnLst/>
              <a:rect r="r" b="b" t="t" l="l"/>
              <a:pathLst>
                <a:path h="73152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56083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%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776455" y="3370583"/>
            <a:ext cx="4231643" cy="848363"/>
            <a:chOff x="0" y="0"/>
            <a:chExt cx="5642191" cy="113115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642229" cy="1131189"/>
            </a:xfrm>
            <a:custGeom>
              <a:avLst/>
              <a:gdLst/>
              <a:ahLst/>
              <a:cxnLst/>
              <a:rect r="r" b="b" t="t" l="l"/>
              <a:pathLst>
                <a:path h="1131189" w="5642229">
                  <a:moveTo>
                    <a:pt x="0" y="0"/>
                  </a:moveTo>
                  <a:lnTo>
                    <a:pt x="5642229" y="0"/>
                  </a:lnTo>
                  <a:lnTo>
                    <a:pt x="5642229" y="1131189"/>
                  </a:lnTo>
                  <a:lnTo>
                    <a:pt x="0" y="1131189"/>
                  </a:lnTo>
                  <a:close/>
                </a:path>
              </a:pathLst>
            </a:custGeom>
            <a:solidFill>
              <a:srgbClr val="FFFFFF">
                <a:alpha val="1961"/>
              </a:srgbClr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3789152" y="3383280"/>
            <a:ext cx="4206240" cy="822960"/>
            <a:chOff x="0" y="0"/>
            <a:chExt cx="5608320" cy="10972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6083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590" r="0" b="-4959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56083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Disponibilité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obj: &gt;99%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389639" y="4559303"/>
            <a:ext cx="17508731" cy="720347"/>
            <a:chOff x="0" y="0"/>
            <a:chExt cx="23344975" cy="96046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3345012" cy="960501"/>
            </a:xfrm>
            <a:custGeom>
              <a:avLst/>
              <a:gdLst/>
              <a:ahLst/>
              <a:cxnLst/>
              <a:rect r="r" b="b" t="t" l="l"/>
              <a:pathLst>
                <a:path h="960501" w="23345012">
                  <a:moveTo>
                    <a:pt x="0" y="0"/>
                  </a:moveTo>
                  <a:lnTo>
                    <a:pt x="23345012" y="0"/>
                  </a:lnTo>
                  <a:lnTo>
                    <a:pt x="23345012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548640" y="4572000"/>
            <a:ext cx="17190720" cy="694944"/>
            <a:chOff x="0" y="0"/>
            <a:chExt cx="22920960" cy="92659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2920961" cy="926592"/>
            </a:xfrm>
            <a:custGeom>
              <a:avLst/>
              <a:gdLst/>
              <a:ahLst/>
              <a:cxnLst/>
              <a:rect r="r" b="b" t="t" l="l"/>
              <a:pathLst>
                <a:path h="92659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1998" r="0" b="-431998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2292096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N°          Scénario de test                    Résultat       Statut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389639" y="5254247"/>
            <a:ext cx="17508731" cy="702059"/>
            <a:chOff x="0" y="0"/>
            <a:chExt cx="23344975" cy="93607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3345012" cy="936117"/>
            </a:xfrm>
            <a:custGeom>
              <a:avLst/>
              <a:gdLst/>
              <a:ahLst/>
              <a:cxnLst/>
              <a:rect r="r" b="b" t="t" l="l"/>
              <a:pathLst>
                <a:path h="936117" w="23345012">
                  <a:moveTo>
                    <a:pt x="0" y="0"/>
                  </a:moveTo>
                  <a:lnTo>
                    <a:pt x="23345012" y="0"/>
                  </a:lnTo>
                  <a:lnTo>
                    <a:pt x="23345012" y="936117"/>
                  </a:lnTo>
                  <a:lnTo>
                    <a:pt x="0" y="936117"/>
                  </a:lnTo>
                  <a:close/>
                </a:path>
              </a:pathLst>
            </a:custGeom>
            <a:solidFill>
              <a:srgbClr val="D6E4F0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512064" y="5266944"/>
            <a:ext cx="1188720" cy="676656"/>
            <a:chOff x="0" y="0"/>
            <a:chExt cx="1584960" cy="90220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584960" cy="902208"/>
            </a:xfrm>
            <a:custGeom>
              <a:avLst/>
              <a:gdLst/>
              <a:ahLst/>
              <a:cxnLst/>
              <a:rect r="r" b="b" t="t" l="l"/>
              <a:pathLst>
                <a:path h="902208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034" t="0" r="-23034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158496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T01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737360" y="5266944"/>
            <a:ext cx="11887200" cy="676656"/>
            <a:chOff x="0" y="0"/>
            <a:chExt cx="15849600" cy="90220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5849600" cy="902208"/>
            </a:xfrm>
            <a:custGeom>
              <a:avLst/>
              <a:gdLst/>
              <a:ahLst/>
              <a:cxnLst/>
              <a:rect r="r" b="b" t="t" l="l"/>
              <a:pathLst>
                <a:path h="902208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304" r="0" b="-292304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1584960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Démarrage système normal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3849607" y="5345687"/>
            <a:ext cx="3865883" cy="537467"/>
            <a:chOff x="0" y="0"/>
            <a:chExt cx="5154511" cy="716623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154549" cy="716661"/>
            </a:xfrm>
            <a:custGeom>
              <a:avLst/>
              <a:gdLst/>
              <a:ahLst/>
              <a:cxnLst/>
              <a:rect r="r" b="b" t="t" l="l"/>
              <a:pathLst>
                <a:path h="716661" w="5154549">
                  <a:moveTo>
                    <a:pt x="0" y="0"/>
                  </a:moveTo>
                  <a:lnTo>
                    <a:pt x="5154549" y="0"/>
                  </a:lnTo>
                  <a:lnTo>
                    <a:pt x="5154549" y="716661"/>
                  </a:lnTo>
                  <a:lnTo>
                    <a:pt x="0" y="716661"/>
                  </a:lnTo>
                  <a:close/>
                </a:path>
              </a:pathLst>
            </a:custGeom>
            <a:solidFill>
              <a:srgbClr val="375623"/>
            </a:solidFill>
            <a:ln w="25400" cap="sq">
              <a:solidFill>
                <a:srgbClr val="375623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13862304" y="5358384"/>
            <a:ext cx="3840480" cy="512064"/>
            <a:chOff x="0" y="0"/>
            <a:chExt cx="5120640" cy="6827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120640" cy="682752"/>
            </a:xfrm>
            <a:custGeom>
              <a:avLst/>
              <a:gdLst/>
              <a:ahLst/>
              <a:cxnLst/>
              <a:rect r="r" b="b" t="t" l="l"/>
              <a:pathLst>
                <a:path h="68275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51206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Conforme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389639" y="5967479"/>
            <a:ext cx="17508731" cy="702059"/>
            <a:chOff x="0" y="0"/>
            <a:chExt cx="23344975" cy="93607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3345012" cy="936117"/>
            </a:xfrm>
            <a:custGeom>
              <a:avLst/>
              <a:gdLst/>
              <a:ahLst/>
              <a:cxnLst/>
              <a:rect r="r" b="b" t="t" l="l"/>
              <a:pathLst>
                <a:path h="936117" w="23345012">
                  <a:moveTo>
                    <a:pt x="0" y="0"/>
                  </a:moveTo>
                  <a:lnTo>
                    <a:pt x="23345012" y="0"/>
                  </a:lnTo>
                  <a:lnTo>
                    <a:pt x="23345012" y="936117"/>
                  </a:lnTo>
                  <a:lnTo>
                    <a:pt x="0" y="93611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512064" y="5980176"/>
            <a:ext cx="1188720" cy="676656"/>
            <a:chOff x="0" y="0"/>
            <a:chExt cx="1584960" cy="90220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584960" cy="902208"/>
            </a:xfrm>
            <a:custGeom>
              <a:avLst/>
              <a:gdLst/>
              <a:ahLst/>
              <a:cxnLst/>
              <a:rect r="r" b="b" t="t" l="l"/>
              <a:pathLst>
                <a:path h="902208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034" t="0" r="-23034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158496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T02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737360" y="5980176"/>
            <a:ext cx="11887200" cy="676656"/>
            <a:chOff x="0" y="0"/>
            <a:chExt cx="15849600" cy="90220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5849600" cy="902208"/>
            </a:xfrm>
            <a:custGeom>
              <a:avLst/>
              <a:gdLst/>
              <a:ahLst/>
              <a:cxnLst/>
              <a:rect r="r" b="b" t="t" l="l"/>
              <a:pathLst>
                <a:path h="902208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304" r="0" b="-292304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1584960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Détection pièce + arrêt convoyeur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3849607" y="6058919"/>
            <a:ext cx="3865883" cy="537467"/>
            <a:chOff x="0" y="0"/>
            <a:chExt cx="5154511" cy="716623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154549" cy="716661"/>
            </a:xfrm>
            <a:custGeom>
              <a:avLst/>
              <a:gdLst/>
              <a:ahLst/>
              <a:cxnLst/>
              <a:rect r="r" b="b" t="t" l="l"/>
              <a:pathLst>
                <a:path h="716661" w="5154549">
                  <a:moveTo>
                    <a:pt x="0" y="0"/>
                  </a:moveTo>
                  <a:lnTo>
                    <a:pt x="5154549" y="0"/>
                  </a:lnTo>
                  <a:lnTo>
                    <a:pt x="5154549" y="716661"/>
                  </a:lnTo>
                  <a:lnTo>
                    <a:pt x="0" y="716661"/>
                  </a:lnTo>
                  <a:close/>
                </a:path>
              </a:pathLst>
            </a:custGeom>
            <a:solidFill>
              <a:srgbClr val="375623"/>
            </a:solidFill>
            <a:ln w="25400" cap="sq">
              <a:solidFill>
                <a:srgbClr val="375623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13862304" y="6071616"/>
            <a:ext cx="3840480" cy="512064"/>
            <a:chOff x="0" y="0"/>
            <a:chExt cx="5120640" cy="68275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120640" cy="682752"/>
            </a:xfrm>
            <a:custGeom>
              <a:avLst/>
              <a:gdLst/>
              <a:ahLst/>
              <a:cxnLst/>
              <a:rect r="r" b="b" t="t" l="l"/>
              <a:pathLst>
                <a:path h="68275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51206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45 ms ✓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389639" y="6680711"/>
            <a:ext cx="17508731" cy="702059"/>
            <a:chOff x="0" y="0"/>
            <a:chExt cx="23344975" cy="936079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3345012" cy="936117"/>
            </a:xfrm>
            <a:custGeom>
              <a:avLst/>
              <a:gdLst/>
              <a:ahLst/>
              <a:cxnLst/>
              <a:rect r="r" b="b" t="t" l="l"/>
              <a:pathLst>
                <a:path h="936117" w="23345012">
                  <a:moveTo>
                    <a:pt x="0" y="0"/>
                  </a:moveTo>
                  <a:lnTo>
                    <a:pt x="23345012" y="0"/>
                  </a:lnTo>
                  <a:lnTo>
                    <a:pt x="23345012" y="936117"/>
                  </a:lnTo>
                  <a:lnTo>
                    <a:pt x="0" y="936117"/>
                  </a:lnTo>
                  <a:close/>
                </a:path>
              </a:pathLst>
            </a:custGeom>
            <a:solidFill>
              <a:srgbClr val="D6E4F0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512064" y="6693408"/>
            <a:ext cx="1188720" cy="676656"/>
            <a:chOff x="0" y="0"/>
            <a:chExt cx="1584960" cy="90220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584960" cy="902208"/>
            </a:xfrm>
            <a:custGeom>
              <a:avLst/>
              <a:gdLst/>
              <a:ahLst/>
              <a:cxnLst/>
              <a:rect r="r" b="b" t="t" l="l"/>
              <a:pathLst>
                <a:path h="902208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034" t="0" r="-23034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158496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T05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737360" y="6693408"/>
            <a:ext cx="11887200" cy="676656"/>
            <a:chOff x="0" y="0"/>
            <a:chExt cx="15849600" cy="90220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5849600" cy="902208"/>
            </a:xfrm>
            <a:custGeom>
              <a:avLst/>
              <a:gdLst/>
              <a:ahLst/>
              <a:cxnLst/>
              <a:rect r="r" b="b" t="t" l="l"/>
              <a:pathLst>
                <a:path h="902208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304" r="0" b="-292304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1584960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E-Stop en cours de cycle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3849607" y="6772151"/>
            <a:ext cx="3865883" cy="537467"/>
            <a:chOff x="0" y="0"/>
            <a:chExt cx="5154511" cy="716623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5154549" cy="716661"/>
            </a:xfrm>
            <a:custGeom>
              <a:avLst/>
              <a:gdLst/>
              <a:ahLst/>
              <a:cxnLst/>
              <a:rect r="r" b="b" t="t" l="l"/>
              <a:pathLst>
                <a:path h="716661" w="5154549">
                  <a:moveTo>
                    <a:pt x="0" y="0"/>
                  </a:moveTo>
                  <a:lnTo>
                    <a:pt x="5154549" y="0"/>
                  </a:lnTo>
                  <a:lnTo>
                    <a:pt x="5154549" y="716661"/>
                  </a:lnTo>
                  <a:lnTo>
                    <a:pt x="0" y="716661"/>
                  </a:lnTo>
                  <a:close/>
                </a:path>
              </a:pathLst>
            </a:custGeom>
            <a:solidFill>
              <a:srgbClr val="375623"/>
            </a:solidFill>
            <a:ln w="25400" cap="sq">
              <a:solidFill>
                <a:srgbClr val="375623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13862304" y="6784848"/>
            <a:ext cx="3840480" cy="512064"/>
            <a:chOff x="0" y="0"/>
            <a:chExt cx="5120640" cy="68275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120640" cy="682752"/>
            </a:xfrm>
            <a:custGeom>
              <a:avLst/>
              <a:gdLst/>
              <a:ahLst/>
              <a:cxnLst/>
              <a:rect r="r" b="b" t="t" l="l"/>
              <a:pathLst>
                <a:path h="68275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51206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180 ms ✓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389639" y="7393943"/>
            <a:ext cx="17508731" cy="702059"/>
            <a:chOff x="0" y="0"/>
            <a:chExt cx="23344975" cy="936079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3345012" cy="936117"/>
            </a:xfrm>
            <a:custGeom>
              <a:avLst/>
              <a:gdLst/>
              <a:ahLst/>
              <a:cxnLst/>
              <a:rect r="r" b="b" t="t" l="l"/>
              <a:pathLst>
                <a:path h="936117" w="23345012">
                  <a:moveTo>
                    <a:pt x="0" y="0"/>
                  </a:moveTo>
                  <a:lnTo>
                    <a:pt x="23345012" y="0"/>
                  </a:lnTo>
                  <a:lnTo>
                    <a:pt x="23345012" y="936117"/>
                  </a:lnTo>
                  <a:lnTo>
                    <a:pt x="0" y="93611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105" id="105"/>
          <p:cNvGrpSpPr/>
          <p:nvPr/>
        </p:nvGrpSpPr>
        <p:grpSpPr>
          <a:xfrm rot="0">
            <a:off x="512064" y="7406640"/>
            <a:ext cx="1188720" cy="676656"/>
            <a:chOff x="0" y="0"/>
            <a:chExt cx="1584960" cy="902208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584960" cy="902208"/>
            </a:xfrm>
            <a:custGeom>
              <a:avLst/>
              <a:gdLst/>
              <a:ahLst/>
              <a:cxnLst/>
              <a:rect r="r" b="b" t="t" l="l"/>
              <a:pathLst>
                <a:path h="902208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034" t="0" r="-23034" b="0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47625"/>
              <a:ext cx="158496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T06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737360" y="7406640"/>
            <a:ext cx="11887200" cy="676656"/>
            <a:chOff x="0" y="0"/>
            <a:chExt cx="15849600" cy="902208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5849600" cy="902208"/>
            </a:xfrm>
            <a:custGeom>
              <a:avLst/>
              <a:gdLst/>
              <a:ahLst/>
              <a:cxnLst/>
              <a:rect r="r" b="b" t="t" l="l"/>
              <a:pathLst>
                <a:path h="902208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304" r="0" b="-292304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47625"/>
              <a:ext cx="1584960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Défaut robot simulé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3849607" y="7485383"/>
            <a:ext cx="3865883" cy="537467"/>
            <a:chOff x="0" y="0"/>
            <a:chExt cx="5154511" cy="716623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5154549" cy="716661"/>
            </a:xfrm>
            <a:custGeom>
              <a:avLst/>
              <a:gdLst/>
              <a:ahLst/>
              <a:cxnLst/>
              <a:rect r="r" b="b" t="t" l="l"/>
              <a:pathLst>
                <a:path h="716661" w="5154549">
                  <a:moveTo>
                    <a:pt x="0" y="0"/>
                  </a:moveTo>
                  <a:lnTo>
                    <a:pt x="5154549" y="0"/>
                  </a:lnTo>
                  <a:lnTo>
                    <a:pt x="5154549" y="716661"/>
                  </a:lnTo>
                  <a:lnTo>
                    <a:pt x="0" y="716661"/>
                  </a:lnTo>
                  <a:close/>
                </a:path>
              </a:pathLst>
            </a:custGeom>
            <a:solidFill>
              <a:srgbClr val="375623"/>
            </a:solidFill>
            <a:ln w="25400" cap="sq">
              <a:solidFill>
                <a:srgbClr val="375623"/>
              </a:solidFill>
              <a:prstDash val="solid"/>
              <a:miter/>
            </a:ln>
          </p:spPr>
        </p:sp>
      </p:grpSp>
      <p:grpSp>
        <p:nvGrpSpPr>
          <p:cNvPr name="Group 113" id="113"/>
          <p:cNvGrpSpPr/>
          <p:nvPr/>
        </p:nvGrpSpPr>
        <p:grpSpPr>
          <a:xfrm rot="0">
            <a:off x="13862304" y="7498080"/>
            <a:ext cx="3840480" cy="512064"/>
            <a:chOff x="0" y="0"/>
            <a:chExt cx="5120640" cy="68275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5120640" cy="682752"/>
            </a:xfrm>
            <a:custGeom>
              <a:avLst/>
              <a:gdLst/>
              <a:ahLst/>
              <a:cxnLst/>
              <a:rect r="r" b="b" t="t" l="l"/>
              <a:pathLst>
                <a:path h="68275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51206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Voyant rouge ✓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389639" y="8107175"/>
            <a:ext cx="17508731" cy="702059"/>
            <a:chOff x="0" y="0"/>
            <a:chExt cx="23344975" cy="936079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3345012" cy="936117"/>
            </a:xfrm>
            <a:custGeom>
              <a:avLst/>
              <a:gdLst/>
              <a:ahLst/>
              <a:cxnLst/>
              <a:rect r="r" b="b" t="t" l="l"/>
              <a:pathLst>
                <a:path h="936117" w="23345012">
                  <a:moveTo>
                    <a:pt x="0" y="0"/>
                  </a:moveTo>
                  <a:lnTo>
                    <a:pt x="23345012" y="0"/>
                  </a:lnTo>
                  <a:lnTo>
                    <a:pt x="23345012" y="936117"/>
                  </a:lnTo>
                  <a:lnTo>
                    <a:pt x="0" y="936117"/>
                  </a:lnTo>
                  <a:close/>
                </a:path>
              </a:pathLst>
            </a:custGeom>
            <a:solidFill>
              <a:srgbClr val="D6E4F0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118" id="118"/>
          <p:cNvGrpSpPr/>
          <p:nvPr/>
        </p:nvGrpSpPr>
        <p:grpSpPr>
          <a:xfrm rot="0">
            <a:off x="512064" y="8119872"/>
            <a:ext cx="1188720" cy="676656"/>
            <a:chOff x="0" y="0"/>
            <a:chExt cx="1584960" cy="902208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584960" cy="902208"/>
            </a:xfrm>
            <a:custGeom>
              <a:avLst/>
              <a:gdLst/>
              <a:ahLst/>
              <a:cxnLst/>
              <a:rect r="r" b="b" t="t" l="l"/>
              <a:pathLst>
                <a:path h="902208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034" t="0" r="-23034" b="0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47625"/>
              <a:ext cx="158496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T07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737360" y="8119872"/>
            <a:ext cx="11887200" cy="676656"/>
            <a:chOff x="0" y="0"/>
            <a:chExt cx="15849600" cy="902208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5849600" cy="902208"/>
            </a:xfrm>
            <a:custGeom>
              <a:avLst/>
              <a:gdLst/>
              <a:ahLst/>
              <a:cxnLst/>
              <a:rect r="r" b="b" t="t" l="l"/>
              <a:pathLst>
                <a:path h="902208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304" r="0" b="-292304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47625"/>
              <a:ext cx="1584960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Timeout communication robot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3849607" y="8198615"/>
            <a:ext cx="3865883" cy="537467"/>
            <a:chOff x="0" y="0"/>
            <a:chExt cx="5154511" cy="716623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5154549" cy="716661"/>
            </a:xfrm>
            <a:custGeom>
              <a:avLst/>
              <a:gdLst/>
              <a:ahLst/>
              <a:cxnLst/>
              <a:rect r="r" b="b" t="t" l="l"/>
              <a:pathLst>
                <a:path h="716661" w="5154549">
                  <a:moveTo>
                    <a:pt x="0" y="0"/>
                  </a:moveTo>
                  <a:lnTo>
                    <a:pt x="5154549" y="0"/>
                  </a:lnTo>
                  <a:lnTo>
                    <a:pt x="5154549" y="716661"/>
                  </a:lnTo>
                  <a:lnTo>
                    <a:pt x="0" y="716661"/>
                  </a:lnTo>
                  <a:close/>
                </a:path>
              </a:pathLst>
            </a:custGeom>
            <a:solidFill>
              <a:srgbClr val="375623"/>
            </a:solidFill>
            <a:ln w="25400" cap="sq">
              <a:solidFill>
                <a:srgbClr val="375623"/>
              </a:solidFill>
              <a:prstDash val="solid"/>
              <a:miter/>
            </a:ln>
          </p:spPr>
        </p:sp>
      </p:grpSp>
      <p:grpSp>
        <p:nvGrpSpPr>
          <p:cNvPr name="Group 126" id="126"/>
          <p:cNvGrpSpPr/>
          <p:nvPr/>
        </p:nvGrpSpPr>
        <p:grpSpPr>
          <a:xfrm rot="0">
            <a:off x="13862304" y="8211312"/>
            <a:ext cx="3840480" cy="512064"/>
            <a:chOff x="0" y="0"/>
            <a:chExt cx="5120640" cy="682752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5120640" cy="682752"/>
            </a:xfrm>
            <a:custGeom>
              <a:avLst/>
              <a:gdLst/>
              <a:ahLst/>
              <a:cxnLst/>
              <a:rect r="r" b="b" t="t" l="l"/>
              <a:pathLst>
                <a:path h="68275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38100"/>
              <a:ext cx="51206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29.8 s ✓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389639" y="8820407"/>
            <a:ext cx="17508731" cy="702059"/>
            <a:chOff x="0" y="0"/>
            <a:chExt cx="23344975" cy="936079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3345012" cy="936117"/>
            </a:xfrm>
            <a:custGeom>
              <a:avLst/>
              <a:gdLst/>
              <a:ahLst/>
              <a:cxnLst/>
              <a:rect r="r" b="b" t="t" l="l"/>
              <a:pathLst>
                <a:path h="936117" w="23345012">
                  <a:moveTo>
                    <a:pt x="0" y="0"/>
                  </a:moveTo>
                  <a:lnTo>
                    <a:pt x="23345012" y="0"/>
                  </a:lnTo>
                  <a:lnTo>
                    <a:pt x="23345012" y="936117"/>
                  </a:lnTo>
                  <a:lnTo>
                    <a:pt x="0" y="93611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131" id="131"/>
          <p:cNvGrpSpPr/>
          <p:nvPr/>
        </p:nvGrpSpPr>
        <p:grpSpPr>
          <a:xfrm rot="0">
            <a:off x="512064" y="8833104"/>
            <a:ext cx="1188720" cy="676656"/>
            <a:chOff x="0" y="0"/>
            <a:chExt cx="1584960" cy="902208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584960" cy="902208"/>
            </a:xfrm>
            <a:custGeom>
              <a:avLst/>
              <a:gdLst/>
              <a:ahLst/>
              <a:cxnLst/>
              <a:rect r="r" b="b" t="t" l="l"/>
              <a:pathLst>
                <a:path h="902208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034" t="0" r="-23034" b="0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47625"/>
              <a:ext cx="158496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T10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737360" y="8833104"/>
            <a:ext cx="11887200" cy="676656"/>
            <a:chOff x="0" y="0"/>
            <a:chExt cx="15849600" cy="902208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15849600" cy="902208"/>
            </a:xfrm>
            <a:custGeom>
              <a:avLst/>
              <a:gdLst/>
              <a:ahLst/>
              <a:cxnLst/>
              <a:rect r="r" b="b" t="t" l="l"/>
              <a:pathLst>
                <a:path h="902208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304" r="0" b="-292304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47625"/>
              <a:ext cx="1584960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100 cycles consécutifs – 0 erreur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3849607" y="8911847"/>
            <a:ext cx="3865883" cy="537467"/>
            <a:chOff x="0" y="0"/>
            <a:chExt cx="5154511" cy="716623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5154549" cy="716661"/>
            </a:xfrm>
            <a:custGeom>
              <a:avLst/>
              <a:gdLst/>
              <a:ahLst/>
              <a:cxnLst/>
              <a:rect r="r" b="b" t="t" l="l"/>
              <a:pathLst>
                <a:path h="716661" w="5154549">
                  <a:moveTo>
                    <a:pt x="0" y="0"/>
                  </a:moveTo>
                  <a:lnTo>
                    <a:pt x="5154549" y="0"/>
                  </a:lnTo>
                  <a:lnTo>
                    <a:pt x="5154549" y="716661"/>
                  </a:lnTo>
                  <a:lnTo>
                    <a:pt x="0" y="716661"/>
                  </a:lnTo>
                  <a:close/>
                </a:path>
              </a:pathLst>
            </a:custGeom>
            <a:solidFill>
              <a:srgbClr val="375623"/>
            </a:solidFill>
            <a:ln w="25400" cap="sq">
              <a:solidFill>
                <a:srgbClr val="375623"/>
              </a:solidFill>
              <a:prstDash val="solid"/>
              <a:miter/>
            </a:ln>
          </p:spPr>
        </p:sp>
      </p:grpSp>
      <p:grpSp>
        <p:nvGrpSpPr>
          <p:cNvPr name="Group 139" id="139"/>
          <p:cNvGrpSpPr/>
          <p:nvPr/>
        </p:nvGrpSpPr>
        <p:grpSpPr>
          <a:xfrm rot="0">
            <a:off x="13862304" y="8924544"/>
            <a:ext cx="3840480" cy="512064"/>
            <a:chOff x="0" y="0"/>
            <a:chExt cx="5120640" cy="682752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5120640" cy="682752"/>
            </a:xfrm>
            <a:custGeom>
              <a:avLst/>
              <a:gdLst/>
              <a:ahLst/>
              <a:cxnLst/>
              <a:rect r="r" b="b" t="t" l="l"/>
              <a:pathLst>
                <a:path h="68275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38100"/>
              <a:ext cx="51206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42 s/cyc ✓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2821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472821">
                  <a:moveTo>
                    <a:pt x="0" y="0"/>
                  </a:moveTo>
                  <a:lnTo>
                    <a:pt x="472821" y="0"/>
                  </a:lnTo>
                  <a:lnTo>
                    <a:pt x="472821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C55A11"/>
            </a:solidFill>
            <a:ln w="25400" cap="sq">
              <a:solidFill>
                <a:srgbClr val="C55A11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16487" y="-12697"/>
            <a:ext cx="17984219" cy="135131"/>
            <a:chOff x="0" y="0"/>
            <a:chExt cx="23978959" cy="1801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978997" cy="180213"/>
            </a:xfrm>
            <a:custGeom>
              <a:avLst/>
              <a:gdLst/>
              <a:ahLst/>
              <a:cxnLst/>
              <a:rect r="r" b="b" t="t" l="l"/>
              <a:pathLst>
                <a:path h="180213" w="23978997">
                  <a:moveTo>
                    <a:pt x="0" y="0"/>
                  </a:moveTo>
                  <a:lnTo>
                    <a:pt x="23978997" y="0"/>
                  </a:lnTo>
                  <a:lnTo>
                    <a:pt x="23978997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2E75B6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329184"/>
            <a:ext cx="16824960" cy="1097280"/>
            <a:chOff x="0" y="0"/>
            <a:chExt cx="22433280" cy="1463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33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04775"/>
              <a:ext cx="2243328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 &amp; Perspectives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1682496"/>
            <a:ext cx="8412480" cy="640080"/>
            <a:chOff x="0" y="0"/>
            <a:chExt cx="11216640" cy="8534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16640" cy="853440"/>
            </a:xfrm>
            <a:custGeom>
              <a:avLst/>
              <a:gdLst/>
              <a:ahLst/>
              <a:cxnLst/>
              <a:rect r="r" b="b" t="t" l="l"/>
              <a:pathLst>
                <a:path h="8534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121664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D6E4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Bilan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10263" y="2364743"/>
            <a:ext cx="8437883" cy="1086107"/>
            <a:chOff x="0" y="0"/>
            <a:chExt cx="11250511" cy="14481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250549" cy="1448181"/>
            </a:xfrm>
            <a:custGeom>
              <a:avLst/>
              <a:gdLst/>
              <a:ahLst/>
              <a:cxnLst/>
              <a:rect r="r" b="b" t="t" l="l"/>
              <a:pathLst>
                <a:path h="1448181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1F4E79">
                <a:alpha val="48627"/>
              </a:srgbClr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810263" y="2364743"/>
            <a:ext cx="720347" cy="1086107"/>
            <a:chOff x="0" y="0"/>
            <a:chExt cx="960463" cy="14481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60501" cy="1448181"/>
            </a:xfrm>
            <a:custGeom>
              <a:avLst/>
              <a:gdLst/>
              <a:ahLst/>
              <a:cxnLst/>
              <a:rect r="r" b="b" t="t" l="l"/>
              <a:pathLst>
                <a:path h="1448181" w="960501">
                  <a:moveTo>
                    <a:pt x="0" y="0"/>
                  </a:moveTo>
                  <a:lnTo>
                    <a:pt x="960501" y="0"/>
                  </a:lnTo>
                  <a:lnTo>
                    <a:pt x="960501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375623"/>
            </a:solidFill>
            <a:ln w="25400" cap="sq">
              <a:solidFill>
                <a:srgbClr val="375623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822960" y="2377440"/>
            <a:ext cx="694944" cy="1060704"/>
            <a:chOff x="0" y="0"/>
            <a:chExt cx="926592" cy="14142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26592" cy="1414272"/>
            </a:xfrm>
            <a:custGeom>
              <a:avLst/>
              <a:gdLst/>
              <a:ahLst/>
              <a:cxnLst/>
              <a:rect r="r" b="b" t="t" l="l"/>
              <a:pathLst>
                <a:path h="141427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5831" t="0" r="-145831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926592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09344" y="2377440"/>
            <a:ext cx="7498080" cy="1060704"/>
            <a:chOff x="0" y="0"/>
            <a:chExt cx="9997440" cy="141427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997440" cy="1414272"/>
            </a:xfrm>
            <a:custGeom>
              <a:avLst/>
              <a:gdLst/>
              <a:ahLst/>
              <a:cxnLst/>
              <a:rect r="r" b="b" t="t" l="l"/>
              <a:pathLst>
                <a:path h="141427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739" r="0" b="-8773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999744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Architecture matérielle &amp; logicielle définie et documentée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10263" y="3590039"/>
            <a:ext cx="8437883" cy="1086107"/>
            <a:chOff x="0" y="0"/>
            <a:chExt cx="11250511" cy="144814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250549" cy="1448181"/>
            </a:xfrm>
            <a:custGeom>
              <a:avLst/>
              <a:gdLst/>
              <a:ahLst/>
              <a:cxnLst/>
              <a:rect r="r" b="b" t="t" l="l"/>
              <a:pathLst>
                <a:path h="1448181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1F4E79">
                <a:alpha val="48627"/>
              </a:srgbClr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10263" y="3590039"/>
            <a:ext cx="720347" cy="1086107"/>
            <a:chOff x="0" y="0"/>
            <a:chExt cx="960463" cy="144814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60501" cy="1448181"/>
            </a:xfrm>
            <a:custGeom>
              <a:avLst/>
              <a:gdLst/>
              <a:ahLst/>
              <a:cxnLst/>
              <a:rect r="r" b="b" t="t" l="l"/>
              <a:pathLst>
                <a:path h="1448181" w="960501">
                  <a:moveTo>
                    <a:pt x="0" y="0"/>
                  </a:moveTo>
                  <a:lnTo>
                    <a:pt x="960501" y="0"/>
                  </a:lnTo>
                  <a:lnTo>
                    <a:pt x="960501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375623"/>
            </a:solidFill>
            <a:ln w="25400" cap="sq">
              <a:solidFill>
                <a:srgbClr val="375623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" y="3602736"/>
            <a:ext cx="694944" cy="1060704"/>
            <a:chOff x="0" y="0"/>
            <a:chExt cx="926592" cy="14142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6592" cy="1414272"/>
            </a:xfrm>
            <a:custGeom>
              <a:avLst/>
              <a:gdLst/>
              <a:ahLst/>
              <a:cxnLst/>
              <a:rect r="r" b="b" t="t" l="l"/>
              <a:pathLst>
                <a:path h="141427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5831" t="0" r="-145831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26592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609344" y="3602736"/>
            <a:ext cx="7498080" cy="1060704"/>
            <a:chOff x="0" y="0"/>
            <a:chExt cx="9997440" cy="141427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997440" cy="1414272"/>
            </a:xfrm>
            <a:custGeom>
              <a:avLst/>
              <a:gdLst/>
              <a:ahLst/>
              <a:cxnLst/>
              <a:rect r="r" b="b" t="t" l="l"/>
              <a:pathLst>
                <a:path h="141427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739" r="0" b="-8773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999744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Programmation Ladder complète sous TIA Portal V17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10263" y="4815335"/>
            <a:ext cx="8437883" cy="1086107"/>
            <a:chOff x="0" y="0"/>
            <a:chExt cx="11250511" cy="144814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250549" cy="1448181"/>
            </a:xfrm>
            <a:custGeom>
              <a:avLst/>
              <a:gdLst/>
              <a:ahLst/>
              <a:cxnLst/>
              <a:rect r="r" b="b" t="t" l="l"/>
              <a:pathLst>
                <a:path h="1448181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1F4E79">
                <a:alpha val="48627"/>
              </a:srgbClr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810263" y="4815335"/>
            <a:ext cx="720347" cy="1086107"/>
            <a:chOff x="0" y="0"/>
            <a:chExt cx="960463" cy="144814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60501" cy="1448181"/>
            </a:xfrm>
            <a:custGeom>
              <a:avLst/>
              <a:gdLst/>
              <a:ahLst/>
              <a:cxnLst/>
              <a:rect r="r" b="b" t="t" l="l"/>
              <a:pathLst>
                <a:path h="1448181" w="960501">
                  <a:moveTo>
                    <a:pt x="0" y="0"/>
                  </a:moveTo>
                  <a:lnTo>
                    <a:pt x="960501" y="0"/>
                  </a:lnTo>
                  <a:lnTo>
                    <a:pt x="960501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375623"/>
            </a:solidFill>
            <a:ln w="25400" cap="sq">
              <a:solidFill>
                <a:srgbClr val="375623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822960" y="4828032"/>
            <a:ext cx="694944" cy="1060704"/>
            <a:chOff x="0" y="0"/>
            <a:chExt cx="926592" cy="141427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26592" cy="1414272"/>
            </a:xfrm>
            <a:custGeom>
              <a:avLst/>
              <a:gdLst/>
              <a:ahLst/>
              <a:cxnLst/>
              <a:rect r="r" b="b" t="t" l="l"/>
              <a:pathLst>
                <a:path h="141427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5831" t="0" r="-145831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926592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609344" y="4828032"/>
            <a:ext cx="7498080" cy="1060704"/>
            <a:chOff x="0" y="0"/>
            <a:chExt cx="9997440" cy="141427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997440" cy="1414272"/>
            </a:xfrm>
            <a:custGeom>
              <a:avLst/>
              <a:gdLst/>
              <a:ahLst/>
              <a:cxnLst/>
              <a:rect r="r" b="b" t="t" l="l"/>
              <a:pathLst>
                <a:path h="141427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739" r="0" b="-87739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999744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Communication PROFINET PLC–Robot opérationnelle (8 ms)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10263" y="6040631"/>
            <a:ext cx="8437883" cy="1086107"/>
            <a:chOff x="0" y="0"/>
            <a:chExt cx="11250511" cy="144814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250549" cy="1448181"/>
            </a:xfrm>
            <a:custGeom>
              <a:avLst/>
              <a:gdLst/>
              <a:ahLst/>
              <a:cxnLst/>
              <a:rect r="r" b="b" t="t" l="l"/>
              <a:pathLst>
                <a:path h="1448181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1F4E79">
                <a:alpha val="48627"/>
              </a:srgbClr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810263" y="6040631"/>
            <a:ext cx="720347" cy="1086107"/>
            <a:chOff x="0" y="0"/>
            <a:chExt cx="960463" cy="144814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60501" cy="1448181"/>
            </a:xfrm>
            <a:custGeom>
              <a:avLst/>
              <a:gdLst/>
              <a:ahLst/>
              <a:cxnLst/>
              <a:rect r="r" b="b" t="t" l="l"/>
              <a:pathLst>
                <a:path h="1448181" w="960501">
                  <a:moveTo>
                    <a:pt x="0" y="0"/>
                  </a:moveTo>
                  <a:lnTo>
                    <a:pt x="960501" y="0"/>
                  </a:lnTo>
                  <a:lnTo>
                    <a:pt x="960501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375623"/>
            </a:solidFill>
            <a:ln w="25400" cap="sq">
              <a:solidFill>
                <a:srgbClr val="375623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822960" y="6053328"/>
            <a:ext cx="694944" cy="1060704"/>
            <a:chOff x="0" y="0"/>
            <a:chExt cx="926592" cy="141427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26592" cy="1414272"/>
            </a:xfrm>
            <a:custGeom>
              <a:avLst/>
              <a:gdLst/>
              <a:ahLst/>
              <a:cxnLst/>
              <a:rect r="r" b="b" t="t" l="l"/>
              <a:pathLst>
                <a:path h="141427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5831" t="0" r="-145831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926592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609344" y="6053328"/>
            <a:ext cx="7498080" cy="1060704"/>
            <a:chOff x="0" y="0"/>
            <a:chExt cx="9997440" cy="141427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997440" cy="1414272"/>
            </a:xfrm>
            <a:custGeom>
              <a:avLst/>
              <a:gdLst/>
              <a:ahLst/>
              <a:cxnLst/>
              <a:rect r="r" b="b" t="t" l="l"/>
              <a:pathLst>
                <a:path h="141427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739" r="0" b="-8773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999744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GRAFCET modélisant le comportement séquentiel complet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10263" y="7265927"/>
            <a:ext cx="8437883" cy="1086107"/>
            <a:chOff x="0" y="0"/>
            <a:chExt cx="11250511" cy="144814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1250549" cy="1448181"/>
            </a:xfrm>
            <a:custGeom>
              <a:avLst/>
              <a:gdLst/>
              <a:ahLst/>
              <a:cxnLst/>
              <a:rect r="r" b="b" t="t" l="l"/>
              <a:pathLst>
                <a:path h="1448181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1F4E79">
                <a:alpha val="48627"/>
              </a:srgbClr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810263" y="7265927"/>
            <a:ext cx="720347" cy="1086107"/>
            <a:chOff x="0" y="0"/>
            <a:chExt cx="960463" cy="144814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60501" cy="1448181"/>
            </a:xfrm>
            <a:custGeom>
              <a:avLst/>
              <a:gdLst/>
              <a:ahLst/>
              <a:cxnLst/>
              <a:rect r="r" b="b" t="t" l="l"/>
              <a:pathLst>
                <a:path h="1448181" w="960501">
                  <a:moveTo>
                    <a:pt x="0" y="0"/>
                  </a:moveTo>
                  <a:lnTo>
                    <a:pt x="960501" y="0"/>
                  </a:lnTo>
                  <a:lnTo>
                    <a:pt x="960501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375623"/>
            </a:solidFill>
            <a:ln w="25400" cap="sq">
              <a:solidFill>
                <a:srgbClr val="375623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822960" y="7278624"/>
            <a:ext cx="694944" cy="1060704"/>
            <a:chOff x="0" y="0"/>
            <a:chExt cx="926592" cy="141427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26592" cy="1414272"/>
            </a:xfrm>
            <a:custGeom>
              <a:avLst/>
              <a:gdLst/>
              <a:ahLst/>
              <a:cxnLst/>
              <a:rect r="r" b="b" t="t" l="l"/>
              <a:pathLst>
                <a:path h="141427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5831" t="0" r="-145831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926592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609344" y="7278624"/>
            <a:ext cx="7498080" cy="1060704"/>
            <a:chOff x="0" y="0"/>
            <a:chExt cx="9997440" cy="141427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997440" cy="1414272"/>
            </a:xfrm>
            <a:custGeom>
              <a:avLst/>
              <a:gdLst/>
              <a:ahLst/>
              <a:cxnLst/>
              <a:rect r="r" b="b" t="t" l="l"/>
              <a:pathLst>
                <a:path h="141427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739" r="0" b="-87739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999744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Fonctions de sécurité PLd/SIL2 implémentées (Pilz)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10263" y="8491223"/>
            <a:ext cx="8437883" cy="1086107"/>
            <a:chOff x="0" y="0"/>
            <a:chExt cx="11250511" cy="144814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1250549" cy="1448181"/>
            </a:xfrm>
            <a:custGeom>
              <a:avLst/>
              <a:gdLst/>
              <a:ahLst/>
              <a:cxnLst/>
              <a:rect r="r" b="b" t="t" l="l"/>
              <a:pathLst>
                <a:path h="1448181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1F4E79">
                <a:alpha val="48627"/>
              </a:srgbClr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810263" y="8491223"/>
            <a:ext cx="720347" cy="1086107"/>
            <a:chOff x="0" y="0"/>
            <a:chExt cx="960463" cy="1448143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60501" cy="1448181"/>
            </a:xfrm>
            <a:custGeom>
              <a:avLst/>
              <a:gdLst/>
              <a:ahLst/>
              <a:cxnLst/>
              <a:rect r="r" b="b" t="t" l="l"/>
              <a:pathLst>
                <a:path h="1448181" w="960501">
                  <a:moveTo>
                    <a:pt x="0" y="0"/>
                  </a:moveTo>
                  <a:lnTo>
                    <a:pt x="960501" y="0"/>
                  </a:lnTo>
                  <a:lnTo>
                    <a:pt x="960501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375623"/>
            </a:solidFill>
            <a:ln w="25400" cap="sq">
              <a:solidFill>
                <a:srgbClr val="375623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822960" y="8503920"/>
            <a:ext cx="694944" cy="1060704"/>
            <a:chOff x="0" y="0"/>
            <a:chExt cx="926592" cy="141427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26592" cy="1414272"/>
            </a:xfrm>
            <a:custGeom>
              <a:avLst/>
              <a:gdLst/>
              <a:ahLst/>
              <a:cxnLst/>
              <a:rect r="r" b="b" t="t" l="l"/>
              <a:pathLst>
                <a:path h="141427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5831" t="0" r="-145831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926592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609344" y="8503920"/>
            <a:ext cx="7498080" cy="1060704"/>
            <a:chOff x="0" y="0"/>
            <a:chExt cx="9997440" cy="141427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997440" cy="1414272"/>
            </a:xfrm>
            <a:custGeom>
              <a:avLst/>
              <a:gdLst/>
              <a:ahLst/>
              <a:cxnLst/>
              <a:rect r="r" b="b" t="t" l="l"/>
              <a:pathLst>
                <a:path h="141427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739" r="0" b="-87739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999744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Simulation validée — performances au-dessus des objectifs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875520" y="1682496"/>
            <a:ext cx="7955280" cy="640080"/>
            <a:chOff x="0" y="0"/>
            <a:chExt cx="10607040" cy="8534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607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171" r="0" b="-192171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66675"/>
              <a:ext cx="1060704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D6E4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Perspectives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862823" y="2364743"/>
            <a:ext cx="7980683" cy="1305563"/>
            <a:chOff x="0" y="0"/>
            <a:chExt cx="10640911" cy="174075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640949" cy="1740789"/>
            </a:xfrm>
            <a:custGeom>
              <a:avLst/>
              <a:gdLst/>
              <a:ahLst/>
              <a:cxnLst/>
              <a:rect r="r" b="b" t="t" l="l"/>
              <a:pathLst>
                <a:path h="1740789" w="10640949">
                  <a:moveTo>
                    <a:pt x="0" y="0"/>
                  </a:moveTo>
                  <a:lnTo>
                    <a:pt x="10640949" y="0"/>
                  </a:lnTo>
                  <a:lnTo>
                    <a:pt x="10640949" y="1740789"/>
                  </a:lnTo>
                  <a:lnTo>
                    <a:pt x="0" y="1740789"/>
                  </a:lnTo>
                  <a:close/>
                </a:path>
              </a:pathLst>
            </a:custGeom>
            <a:solidFill>
              <a:srgbClr val="1F4E79">
                <a:alpha val="48627"/>
              </a:srgbClr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9862823" y="2364743"/>
            <a:ext cx="793499" cy="1305563"/>
            <a:chOff x="0" y="0"/>
            <a:chExt cx="1057999" cy="174075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58037" cy="1740789"/>
            </a:xfrm>
            <a:custGeom>
              <a:avLst/>
              <a:gdLst/>
              <a:ahLst/>
              <a:cxnLst/>
              <a:rect r="r" b="b" t="t" l="l"/>
              <a:pathLst>
                <a:path h="1740789" w="1058037">
                  <a:moveTo>
                    <a:pt x="0" y="0"/>
                  </a:moveTo>
                  <a:lnTo>
                    <a:pt x="1058037" y="0"/>
                  </a:lnTo>
                  <a:lnTo>
                    <a:pt x="1058037" y="1740789"/>
                  </a:lnTo>
                  <a:lnTo>
                    <a:pt x="0" y="1740789"/>
                  </a:lnTo>
                  <a:close/>
                </a:path>
              </a:pathLst>
            </a:custGeom>
            <a:solidFill>
              <a:srgbClr val="2E75B6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9875520" y="2377440"/>
            <a:ext cx="768096" cy="1280160"/>
            <a:chOff x="0" y="0"/>
            <a:chExt cx="1024128" cy="170688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24128" cy="1706880"/>
            </a:xfrm>
            <a:custGeom>
              <a:avLst/>
              <a:gdLst/>
              <a:ahLst/>
              <a:cxnLst/>
              <a:rect r="r" b="b" t="t" l="l"/>
              <a:pathLst>
                <a:path h="1706880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57150"/>
              <a:ext cx="1024128" cy="1764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0735056" y="2487168"/>
            <a:ext cx="6949440" cy="512064"/>
            <a:chOff x="0" y="0"/>
            <a:chExt cx="9265920" cy="68275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265920" cy="682752"/>
            </a:xfrm>
            <a:custGeom>
              <a:avLst/>
              <a:gdLst/>
              <a:ahLst/>
              <a:cxnLst/>
              <a:rect r="r" b="b" t="t" l="l"/>
              <a:pathLst>
                <a:path h="68275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39" r="0" b="-214439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92659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Vision industrielle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0735056" y="3035808"/>
            <a:ext cx="6949440" cy="512064"/>
            <a:chOff x="0" y="0"/>
            <a:chExt cx="9265920" cy="68275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265920" cy="682752"/>
            </a:xfrm>
            <a:custGeom>
              <a:avLst/>
              <a:gdLst/>
              <a:ahLst/>
              <a:cxnLst/>
              <a:rect r="r" b="b" t="t" l="l"/>
              <a:pathLst>
                <a:path h="68275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39" r="0" b="-214439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92659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Tri par forme &amp; couleur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862823" y="3864359"/>
            <a:ext cx="7980683" cy="1305563"/>
            <a:chOff x="0" y="0"/>
            <a:chExt cx="10640911" cy="1740751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640949" cy="1740789"/>
            </a:xfrm>
            <a:custGeom>
              <a:avLst/>
              <a:gdLst/>
              <a:ahLst/>
              <a:cxnLst/>
              <a:rect r="r" b="b" t="t" l="l"/>
              <a:pathLst>
                <a:path h="1740789" w="10640949">
                  <a:moveTo>
                    <a:pt x="0" y="0"/>
                  </a:moveTo>
                  <a:lnTo>
                    <a:pt x="10640949" y="0"/>
                  </a:lnTo>
                  <a:lnTo>
                    <a:pt x="10640949" y="1740789"/>
                  </a:lnTo>
                  <a:lnTo>
                    <a:pt x="0" y="1740789"/>
                  </a:lnTo>
                  <a:close/>
                </a:path>
              </a:pathLst>
            </a:custGeom>
            <a:solidFill>
              <a:srgbClr val="1F4E79">
                <a:alpha val="48627"/>
              </a:srgbClr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9862823" y="3864359"/>
            <a:ext cx="793499" cy="1305563"/>
            <a:chOff x="0" y="0"/>
            <a:chExt cx="1057999" cy="1740751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58037" cy="1740789"/>
            </a:xfrm>
            <a:custGeom>
              <a:avLst/>
              <a:gdLst/>
              <a:ahLst/>
              <a:cxnLst/>
              <a:rect r="r" b="b" t="t" l="l"/>
              <a:pathLst>
                <a:path h="1740789" w="1058037">
                  <a:moveTo>
                    <a:pt x="0" y="0"/>
                  </a:moveTo>
                  <a:lnTo>
                    <a:pt x="1058037" y="0"/>
                  </a:lnTo>
                  <a:lnTo>
                    <a:pt x="1058037" y="1740789"/>
                  </a:lnTo>
                  <a:lnTo>
                    <a:pt x="0" y="1740789"/>
                  </a:lnTo>
                  <a:close/>
                </a:path>
              </a:pathLst>
            </a:custGeom>
            <a:solidFill>
              <a:srgbClr val="2E75B6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9875520" y="3877056"/>
            <a:ext cx="768096" cy="1280160"/>
            <a:chOff x="0" y="0"/>
            <a:chExt cx="1024128" cy="170688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24128" cy="1706880"/>
            </a:xfrm>
            <a:custGeom>
              <a:avLst/>
              <a:gdLst/>
              <a:ahLst/>
              <a:cxnLst/>
              <a:rect r="r" b="b" t="t" l="l"/>
              <a:pathLst>
                <a:path h="1706880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57150"/>
              <a:ext cx="1024128" cy="1764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0735056" y="3986784"/>
            <a:ext cx="6949440" cy="512064"/>
            <a:chOff x="0" y="0"/>
            <a:chExt cx="9265920" cy="68275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265920" cy="682752"/>
            </a:xfrm>
            <a:custGeom>
              <a:avLst/>
              <a:gdLst/>
              <a:ahLst/>
              <a:cxnLst/>
              <a:rect r="r" b="b" t="t" l="l"/>
              <a:pathLst>
                <a:path h="68275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39" r="0" b="-214439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92659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SCADA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0735056" y="4535424"/>
            <a:ext cx="6949440" cy="512064"/>
            <a:chOff x="0" y="0"/>
            <a:chExt cx="9265920" cy="68275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9265920" cy="682752"/>
            </a:xfrm>
            <a:custGeom>
              <a:avLst/>
              <a:gdLst/>
              <a:ahLst/>
              <a:cxnLst/>
              <a:rect r="r" b="b" t="t" l="l"/>
              <a:pathLst>
                <a:path h="68275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39" r="0" b="-214439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92659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Supervision &amp; traçabilité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9862823" y="5363975"/>
            <a:ext cx="7980683" cy="1305563"/>
            <a:chOff x="0" y="0"/>
            <a:chExt cx="10640911" cy="1740751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0640949" cy="1740789"/>
            </a:xfrm>
            <a:custGeom>
              <a:avLst/>
              <a:gdLst/>
              <a:ahLst/>
              <a:cxnLst/>
              <a:rect r="r" b="b" t="t" l="l"/>
              <a:pathLst>
                <a:path h="1740789" w="10640949">
                  <a:moveTo>
                    <a:pt x="0" y="0"/>
                  </a:moveTo>
                  <a:lnTo>
                    <a:pt x="10640949" y="0"/>
                  </a:lnTo>
                  <a:lnTo>
                    <a:pt x="10640949" y="1740789"/>
                  </a:lnTo>
                  <a:lnTo>
                    <a:pt x="0" y="1740789"/>
                  </a:lnTo>
                  <a:close/>
                </a:path>
              </a:pathLst>
            </a:custGeom>
            <a:solidFill>
              <a:srgbClr val="1F4E79">
                <a:alpha val="48627"/>
              </a:srgbClr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103" id="103"/>
          <p:cNvGrpSpPr/>
          <p:nvPr/>
        </p:nvGrpSpPr>
        <p:grpSpPr>
          <a:xfrm rot="0">
            <a:off x="9862823" y="5363975"/>
            <a:ext cx="793499" cy="1305563"/>
            <a:chOff x="0" y="0"/>
            <a:chExt cx="1057999" cy="1740751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058037" cy="1740789"/>
            </a:xfrm>
            <a:custGeom>
              <a:avLst/>
              <a:gdLst/>
              <a:ahLst/>
              <a:cxnLst/>
              <a:rect r="r" b="b" t="t" l="l"/>
              <a:pathLst>
                <a:path h="1740789" w="1058037">
                  <a:moveTo>
                    <a:pt x="0" y="0"/>
                  </a:moveTo>
                  <a:lnTo>
                    <a:pt x="1058037" y="0"/>
                  </a:lnTo>
                  <a:lnTo>
                    <a:pt x="1058037" y="1740789"/>
                  </a:lnTo>
                  <a:lnTo>
                    <a:pt x="0" y="1740789"/>
                  </a:lnTo>
                  <a:close/>
                </a:path>
              </a:pathLst>
            </a:custGeom>
            <a:solidFill>
              <a:srgbClr val="2E75B6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105" id="105"/>
          <p:cNvGrpSpPr/>
          <p:nvPr/>
        </p:nvGrpSpPr>
        <p:grpSpPr>
          <a:xfrm rot="0">
            <a:off x="9875520" y="5376672"/>
            <a:ext cx="768096" cy="1280160"/>
            <a:chOff x="0" y="0"/>
            <a:chExt cx="1024128" cy="170688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024128" cy="1706880"/>
            </a:xfrm>
            <a:custGeom>
              <a:avLst/>
              <a:gdLst/>
              <a:ahLst/>
              <a:cxnLst/>
              <a:rect r="r" b="b" t="t" l="l"/>
              <a:pathLst>
                <a:path h="1706880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57150"/>
              <a:ext cx="1024128" cy="1764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0735056" y="5486400"/>
            <a:ext cx="6949440" cy="512064"/>
            <a:chOff x="0" y="0"/>
            <a:chExt cx="9265920" cy="682752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9265920" cy="682752"/>
            </a:xfrm>
            <a:custGeom>
              <a:avLst/>
              <a:gdLst/>
              <a:ahLst/>
              <a:cxnLst/>
              <a:rect r="r" b="b" t="t" l="l"/>
              <a:pathLst>
                <a:path h="68275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39" r="0" b="-214439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92659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Maintenance prédictive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0735056" y="6035040"/>
            <a:ext cx="6949440" cy="512064"/>
            <a:chOff x="0" y="0"/>
            <a:chExt cx="9265920" cy="682752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9265920" cy="682752"/>
            </a:xfrm>
            <a:custGeom>
              <a:avLst/>
              <a:gdLst/>
              <a:ahLst/>
              <a:cxnLst/>
              <a:rect r="r" b="b" t="t" l="l"/>
              <a:pathLst>
                <a:path h="68275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39" r="0" b="-214439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92659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IIoT – données de cycle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9862823" y="6863591"/>
            <a:ext cx="7980683" cy="1305563"/>
            <a:chOff x="0" y="0"/>
            <a:chExt cx="10640911" cy="1740751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0640949" cy="1740789"/>
            </a:xfrm>
            <a:custGeom>
              <a:avLst/>
              <a:gdLst/>
              <a:ahLst/>
              <a:cxnLst/>
              <a:rect r="r" b="b" t="t" l="l"/>
              <a:pathLst>
                <a:path h="1740789" w="10640949">
                  <a:moveTo>
                    <a:pt x="0" y="0"/>
                  </a:moveTo>
                  <a:lnTo>
                    <a:pt x="10640949" y="0"/>
                  </a:lnTo>
                  <a:lnTo>
                    <a:pt x="10640949" y="1740789"/>
                  </a:lnTo>
                  <a:lnTo>
                    <a:pt x="0" y="1740789"/>
                  </a:lnTo>
                  <a:close/>
                </a:path>
              </a:pathLst>
            </a:custGeom>
            <a:solidFill>
              <a:srgbClr val="1F4E79">
                <a:alpha val="48627"/>
              </a:srgbClr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116" id="116"/>
          <p:cNvGrpSpPr/>
          <p:nvPr/>
        </p:nvGrpSpPr>
        <p:grpSpPr>
          <a:xfrm rot="0">
            <a:off x="9862823" y="6863591"/>
            <a:ext cx="793499" cy="1305563"/>
            <a:chOff x="0" y="0"/>
            <a:chExt cx="1057999" cy="1740751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058037" cy="1740789"/>
            </a:xfrm>
            <a:custGeom>
              <a:avLst/>
              <a:gdLst/>
              <a:ahLst/>
              <a:cxnLst/>
              <a:rect r="r" b="b" t="t" l="l"/>
              <a:pathLst>
                <a:path h="1740789" w="1058037">
                  <a:moveTo>
                    <a:pt x="0" y="0"/>
                  </a:moveTo>
                  <a:lnTo>
                    <a:pt x="1058037" y="0"/>
                  </a:lnTo>
                  <a:lnTo>
                    <a:pt x="1058037" y="1740789"/>
                  </a:lnTo>
                  <a:lnTo>
                    <a:pt x="0" y="1740789"/>
                  </a:lnTo>
                  <a:close/>
                </a:path>
              </a:pathLst>
            </a:custGeom>
            <a:solidFill>
              <a:srgbClr val="2E75B6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118" id="118"/>
          <p:cNvGrpSpPr/>
          <p:nvPr/>
        </p:nvGrpSpPr>
        <p:grpSpPr>
          <a:xfrm rot="0">
            <a:off x="9875520" y="6876288"/>
            <a:ext cx="768096" cy="1280160"/>
            <a:chOff x="0" y="0"/>
            <a:chExt cx="1024128" cy="170688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024128" cy="1706880"/>
            </a:xfrm>
            <a:custGeom>
              <a:avLst/>
              <a:gdLst/>
              <a:ahLst/>
              <a:cxnLst/>
              <a:rect r="r" b="b" t="t" l="l"/>
              <a:pathLst>
                <a:path h="1706880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57150"/>
              <a:ext cx="1024128" cy="1764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0735056" y="6986016"/>
            <a:ext cx="6949440" cy="512064"/>
            <a:chOff x="0" y="0"/>
            <a:chExt cx="9265920" cy="682752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9265920" cy="682752"/>
            </a:xfrm>
            <a:custGeom>
              <a:avLst/>
              <a:gdLst/>
              <a:ahLst/>
              <a:cxnLst/>
              <a:rect r="r" b="b" t="t" l="l"/>
              <a:pathLst>
                <a:path h="68275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39" r="0" b="-214439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92659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Multi-robots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0735056" y="7534656"/>
            <a:ext cx="6949440" cy="512064"/>
            <a:chOff x="0" y="0"/>
            <a:chExt cx="9265920" cy="682752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9265920" cy="682752"/>
            </a:xfrm>
            <a:custGeom>
              <a:avLst/>
              <a:gdLst/>
              <a:ahLst/>
              <a:cxnLst/>
              <a:rect r="r" b="b" t="t" l="l"/>
              <a:pathLst>
                <a:path h="68275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39" r="0" b="-214439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38100"/>
              <a:ext cx="92659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Architecture en réseau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9862823" y="8363207"/>
            <a:ext cx="7980683" cy="1305563"/>
            <a:chOff x="0" y="0"/>
            <a:chExt cx="10640911" cy="1740751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0640949" cy="1740789"/>
            </a:xfrm>
            <a:custGeom>
              <a:avLst/>
              <a:gdLst/>
              <a:ahLst/>
              <a:cxnLst/>
              <a:rect r="r" b="b" t="t" l="l"/>
              <a:pathLst>
                <a:path h="1740789" w="10640949">
                  <a:moveTo>
                    <a:pt x="0" y="0"/>
                  </a:moveTo>
                  <a:lnTo>
                    <a:pt x="10640949" y="0"/>
                  </a:lnTo>
                  <a:lnTo>
                    <a:pt x="10640949" y="1740789"/>
                  </a:lnTo>
                  <a:lnTo>
                    <a:pt x="0" y="1740789"/>
                  </a:lnTo>
                  <a:close/>
                </a:path>
              </a:pathLst>
            </a:custGeom>
            <a:solidFill>
              <a:srgbClr val="1F4E79">
                <a:alpha val="48627"/>
              </a:srgbClr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129" id="129"/>
          <p:cNvGrpSpPr/>
          <p:nvPr/>
        </p:nvGrpSpPr>
        <p:grpSpPr>
          <a:xfrm rot="0">
            <a:off x="9862823" y="8363207"/>
            <a:ext cx="793499" cy="1305563"/>
            <a:chOff x="0" y="0"/>
            <a:chExt cx="1057999" cy="1740751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058037" cy="1740789"/>
            </a:xfrm>
            <a:custGeom>
              <a:avLst/>
              <a:gdLst/>
              <a:ahLst/>
              <a:cxnLst/>
              <a:rect r="r" b="b" t="t" l="l"/>
              <a:pathLst>
                <a:path h="1740789" w="1058037">
                  <a:moveTo>
                    <a:pt x="0" y="0"/>
                  </a:moveTo>
                  <a:lnTo>
                    <a:pt x="1058037" y="0"/>
                  </a:lnTo>
                  <a:lnTo>
                    <a:pt x="1058037" y="1740789"/>
                  </a:lnTo>
                  <a:lnTo>
                    <a:pt x="0" y="1740789"/>
                  </a:lnTo>
                  <a:close/>
                </a:path>
              </a:pathLst>
            </a:custGeom>
            <a:solidFill>
              <a:srgbClr val="2E75B6"/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131" id="131"/>
          <p:cNvGrpSpPr/>
          <p:nvPr/>
        </p:nvGrpSpPr>
        <p:grpSpPr>
          <a:xfrm rot="0">
            <a:off x="9875520" y="8375904"/>
            <a:ext cx="768096" cy="1280160"/>
            <a:chOff x="0" y="0"/>
            <a:chExt cx="1024128" cy="170688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024128" cy="1706880"/>
            </a:xfrm>
            <a:custGeom>
              <a:avLst/>
              <a:gdLst/>
              <a:ahLst/>
              <a:cxnLst/>
              <a:rect r="r" b="b" t="t" l="l"/>
              <a:pathLst>
                <a:path h="1706880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57150"/>
              <a:ext cx="1024128" cy="1764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0735056" y="8485632"/>
            <a:ext cx="6949440" cy="512064"/>
            <a:chOff x="0" y="0"/>
            <a:chExt cx="9265920" cy="682752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9265920" cy="682752"/>
            </a:xfrm>
            <a:custGeom>
              <a:avLst/>
              <a:gdLst/>
              <a:ahLst/>
              <a:cxnLst/>
              <a:rect r="r" b="b" t="t" l="l"/>
              <a:pathLst>
                <a:path h="68275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39" r="0" b="-214439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92659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Cobot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0735056" y="9034272"/>
            <a:ext cx="6949440" cy="512064"/>
            <a:chOff x="0" y="0"/>
            <a:chExt cx="9265920" cy="682752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9265920" cy="682752"/>
            </a:xfrm>
            <a:custGeom>
              <a:avLst/>
              <a:gdLst/>
              <a:ahLst/>
              <a:cxnLst/>
              <a:rect r="r" b="b" t="t" l="l"/>
              <a:pathLst>
                <a:path h="68275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39" r="0" b="-214439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92659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ISO 10218 – robot collaboratif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810263" y="9497063"/>
            <a:ext cx="17033243" cy="537467"/>
            <a:chOff x="0" y="0"/>
            <a:chExt cx="22710991" cy="716623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2711029" cy="716661"/>
            </a:xfrm>
            <a:custGeom>
              <a:avLst/>
              <a:gdLst/>
              <a:ahLst/>
              <a:cxnLst/>
              <a:rect r="r" b="b" t="t" l="l"/>
              <a:pathLst>
                <a:path h="716661" w="22711029">
                  <a:moveTo>
                    <a:pt x="0" y="0"/>
                  </a:moveTo>
                  <a:lnTo>
                    <a:pt x="22711029" y="0"/>
                  </a:lnTo>
                  <a:lnTo>
                    <a:pt x="22711029" y="716661"/>
                  </a:lnTo>
                  <a:lnTo>
                    <a:pt x="0" y="716661"/>
                  </a:lnTo>
                  <a:close/>
                </a:path>
              </a:pathLst>
            </a:custGeom>
            <a:solidFill>
              <a:srgbClr val="2E75B6">
                <a:alpha val="24706"/>
              </a:srgbClr>
            </a:solidFill>
            <a:ln w="25400" cap="sq">
              <a:solidFill>
                <a:srgbClr val="2E75B6"/>
              </a:solidFill>
              <a:prstDash val="solid"/>
              <a:miter/>
            </a:ln>
          </p:spPr>
        </p:sp>
      </p:grpSp>
      <p:grpSp>
        <p:nvGrpSpPr>
          <p:cNvPr name="Group 142" id="142"/>
          <p:cNvGrpSpPr/>
          <p:nvPr/>
        </p:nvGrpSpPr>
        <p:grpSpPr>
          <a:xfrm rot="0">
            <a:off x="822960" y="9509760"/>
            <a:ext cx="17007840" cy="512064"/>
            <a:chOff x="0" y="0"/>
            <a:chExt cx="22677120" cy="682752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2267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181" r="0" b="-597181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38100"/>
              <a:ext cx="22677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Mahmoudi Assaad  —  Génie Électrique &amp; Automatique Industrielle  —  2025/2026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27674" y="4852987"/>
            <a:ext cx="9632653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39"/>
              </a:lnSpc>
              <a:spcBef>
                <a:spcPct val="0"/>
              </a:spcBef>
            </a:pPr>
            <a:r>
              <a:rPr lang="en-US" sz="56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MERCI POUR VOTRE ATTENTION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DAHKV6S4HMw</dc:identifier>
  <dcterms:modified xsi:type="dcterms:W3CDTF">2011-08-01T06:04:30Z</dcterms:modified>
  <cp:revision>1</cp:revision>
  <dc:title>KUKA_presentation (1).pptx</dc:title>
</cp:coreProperties>
</file>